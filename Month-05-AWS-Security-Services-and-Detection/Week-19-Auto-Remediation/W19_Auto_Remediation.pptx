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19: Auto-Remediation with EventBridge, Lambda &amp; Step Functions. Part of Month 5 (AWS Security Services &amp; Detection). Flagship project P5 (cloud-auto-remediation).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E0457B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E0457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E0457B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0457B"/>
                </a:solidFill>
              </a:rPr>
              <a:t>WEEK 19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Auto-Remediation with EventBridge, Lambda &amp; Step Functions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5 · AWS SECURITY SERVICES &amp;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Feb–Mar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Event-driven response: EventBridge rules on findings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Lambda remediation functions and idempotency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Step Functions for multi-step response with approval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Safe automation: dry-run, allow-lists and rollback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Notification and audit of every automated action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event-driven remediations for common misconfigurations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Make every action logged and reversible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Add human approval for destructive steps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Notify Slack/Teams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Event-driven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Finding → EventBridge → Lambda in seconds. Faster than any human.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Idempotent remediation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Re-running must be safe; check state before acting.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Guarded automation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Allow-list resources, dry-run first, require approval for high impact.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Every automated action written immutably — the auditor's proof.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Auto-Remediation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Finding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EventBridge rule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Lambda/Step Fn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Remediate + notify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Immutable log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Eight Remediation Playbooks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AWS sandbox + Terraform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Public S3 bucket → apply Block Public Access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Security group open to 0.0.0.0/0 on 22/3389 → revoke the rule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New IAM access key on a human user → notify + open a ticket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Root console login → high-priority alert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Disabled CloudTrail/GuardDuty → re-enable + alert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Wire Slack/Teams notifications and write each action to the audit bucket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P5: remediation/ Lambdas + Step Functions, a playbook catalogue table and notification screenshots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P5: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cloud-auto-remediation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8 playbooks deployed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Each action logged immutably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High-impact step needs approval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Slack/Teams alerts working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457B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When is auto-remediation unsafe?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When an action could cause outage or destroy evidence — e.g. terminating a compromised instance before forensics. Use guarded automation: allow-lists, reversible actions, approval gates for destructive steps, and always preserve evidence first.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FLAGSHIP PROJECT · P5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Cloud Detection &amp; Auto-Remediation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Org-wide GuardDuty, Security Hub and Config with eight auto-remediation playbooks, immutable audit logging and a controlled attack-simulation demo showing detect → respond → evidence.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Org-wide GuardDuty, Security Hub (CIS + AWS FSBP), Config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8 EventBridge → Lambda/Step Functions remediation playbooks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Slack/Teams notifications on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Immutable audit bucket for all remediation events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Attack-simulation demo (controlled sandbox) with a 3-minute video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KMS, Secrets Manager and Macie hardening of the data path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A.5.26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Response to incidents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Incident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17–19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incident management and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AWS Security – Specialty (SCS-C03)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E0457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E0457B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E0457B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event-driven remediations for common misconfigurations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19 — Auto-Remediation with EventBridge, Lambda &amp; Step Functions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