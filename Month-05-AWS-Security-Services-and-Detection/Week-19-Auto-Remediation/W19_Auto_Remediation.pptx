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19: Auto-Remediation with EventBridge, Lambda &amp; Step Functions. Part of Month 5 (AWS Security Services &amp; Detection). Flagship project P5 (cloud-auto-remediation).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3F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463040"/>
            <a:ext cx="4206240" cy="4206240"/>
          </a:xfrm>
          <a:prstGeom prst="ellipse">
            <a:avLst/>
          </a:prstGeom>
          <a:ln w="12700">
            <a:solidFill>
              <a:srgbClr val="E0457B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1554480"/>
            <a:ext cx="4754880" cy="4754880"/>
          </a:xfrm>
          <a:prstGeom prst="ellipse">
            <a:avLst/>
          </a:prstGeom>
          <a:ln w="12700">
            <a:solidFill>
              <a:srgbClr val="E0457B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0" y="-1645920"/>
            <a:ext cx="5303520" cy="5303520"/>
          </a:xfrm>
          <a:prstGeom prst="ellipse">
            <a:avLst/>
          </a:prstGeom>
          <a:ln w="12700">
            <a:solidFill>
              <a:srgbClr val="E0457B">
                <a:alpha val="26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🔐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E0457B"/>
                </a:solidFill>
              </a:rPr>
              <a:t>WEEK 19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89611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Auto-Remediation with EventBridge, Lambda &amp; Step Functions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4800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MONTH 5 · AWS SECURITY SERVICES &amp; DETECTION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5212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C2E6"/>
                </a:solidFill>
              </a:rPr>
              <a:t>IAM &amp; Cloud Security Engineer — Zero to Hero</a:t>
            </a:r>
            <a:pPr indent="0" marL="0">
              <a:buNone/>
            </a:pPr>
            <a:r>
              <a:rPr lang="en-US" sz="1300" dirty="0">
                <a:solidFill>
                  <a:srgbClr val="6C7A9C"/>
                </a:solidFill>
              </a:rPr>
              <a:t>   ·   Feb–Mar 2027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Continuity case study: Wisła Bank (EU bank · hybrid AD · Entra ID · Okta · AWS + Azure · AI agents)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SESSION 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cover this week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Event-driven response: EventBridge rules on findings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Lambda remediation functions and idempotency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465576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82696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Step Functions for multi-step response with approval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82512" y="1783080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76288" y="1600200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Safe automation: dry-run, allow-lists and rollback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2441448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82512" y="2624328"/>
            <a:ext cx="347472" cy="347472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82512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76288" y="2441448"/>
            <a:ext cx="4572000" cy="7132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324D"/>
                </a:solidFill>
              </a:rPr>
              <a:t>Notification and audit of every automated action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the end of this week you can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6459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Build event-driven remediations for common misconfigurations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23957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Make every action logged and reversible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34440" y="33101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747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474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Add human approval for destructive steps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34440" y="4224528"/>
            <a:ext cx="10149840" cy="0"/>
          </a:xfrm>
          <a:prstGeom prst="line">
            <a:avLst/>
          </a:prstGeom>
          <a:noFill/>
          <a:ln w="12700">
            <a:solidFill>
              <a:srgbClr val="D6E0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438912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457B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891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24D"/>
                </a:solidFill>
              </a:rPr>
              <a:t>Notify Slack/Teams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CORE CONCEPTS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ideas that matter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Event-driven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Finding → EventBridge → Lambda in seconds. Faster than any human.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572768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01968" y="170078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Idempotent remediation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601968" y="2121408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Re-running must be safe; check state before acting.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124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Guarded automation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Allow-list resources, dry-run first, require approval for high impact.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968496"/>
            <a:ext cx="5440680" cy="219456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5875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968496"/>
            <a:ext cx="128016" cy="2194560"/>
          </a:xfrm>
          <a:prstGeom prst="roundRect">
            <a:avLst>
              <a:gd name="adj" fmla="val 35714"/>
            </a:avLst>
          </a:prstGeom>
          <a:solidFill>
            <a:srgbClr val="E0457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01968" y="409651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A3F"/>
                </a:solidFill>
              </a:rPr>
              <a:t>Audit trail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4517136"/>
            <a:ext cx="493776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24324D"/>
                </a:solidFill>
              </a:rPr>
              <a:t>Every automated action written immutably — the auditor's proof.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HOW IT FITS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Auto-Remediation — the flow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Finding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414016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9" name="Shape 7"/>
          <p:cNvSpPr/>
          <p:nvPr/>
        </p:nvSpPr>
        <p:spPr>
          <a:xfrm>
            <a:off x="2862072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953512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EventBridge rule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27448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3" name="Shape 11"/>
          <p:cNvSpPr/>
          <p:nvPr/>
        </p:nvSpPr>
        <p:spPr>
          <a:xfrm>
            <a:off x="5175504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266944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Lambda/Step Fn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88936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 w="19050">
            <a:solidFill>
              <a:srgbClr val="E0457B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0376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457B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1A3F"/>
                </a:solidFill>
              </a:rPr>
              <a:t>Remediate + notify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54312" y="3538728"/>
            <a:ext cx="384048" cy="329184"/>
          </a:xfrm>
          <a:prstGeom prst="chevron">
            <a:avLst/>
          </a:prstGeom>
          <a:solidFill>
            <a:srgbClr val="E0457B"/>
          </a:solidFill>
          <a:ln/>
        </p:spPr>
      </p:sp>
      <p:sp>
        <p:nvSpPr>
          <p:cNvPr id="21" name="Shape 19"/>
          <p:cNvSpPr/>
          <p:nvPr/>
        </p:nvSpPr>
        <p:spPr>
          <a:xfrm>
            <a:off x="9802368" y="3017520"/>
            <a:ext cx="1810512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9050">
            <a:solidFill>
              <a:srgbClr val="0A1A3F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893808" y="309067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6E0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291840"/>
            <a:ext cx="1664208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Immutable log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892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C"/>
                </a:solidFill>
              </a:rPr>
              <a:t>Each stage is a control point — identity is verified, scoped and logged before the next step runs.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🔨 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Eight Remediation Playbooks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PLATFORM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AWS sandbox + Terraform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263640" y="14630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264F"/>
          </a:solidFill>
          <a:ln w="12700">
            <a:solidFill>
              <a:srgbClr val="E045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A6E0"/>
                </a:solidFill>
              </a:rPr>
              <a:t>EST. TIME  </a:t>
            </a:r>
            <a:pPr indent="0" marL="0">
              <a:buNone/>
            </a:pPr>
            <a:r>
              <a:rPr lang="en-US" sz="1100" dirty="0">
                <a:solidFill>
                  <a:srgbClr val="D6E3F7"/>
                </a:solidFill>
              </a:rPr>
              <a:t>6 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276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276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24128" y="2240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Public S3 bucket → apply Block Public Access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4360" y="29626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9260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Security group open to 0.0.0.0/0 on 22/3389 → revoke the rule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" y="36484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36118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New IAM access key on a human user → notify + open a ticket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43342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4334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42976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Root console login → high-priority alert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0200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5020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9834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Disabled CloudTrail/GuardDuty → re-enable + alert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" y="5705856"/>
            <a:ext cx="310896" cy="310896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57058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" y="5669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Wire Slack/Teams notifications and write each action to the audit bucket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PROVE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Deliverable &amp; done-checklist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6E0F0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F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📦  Deliverable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4324D"/>
                </a:solidFill>
              </a:rPr>
              <a:t>P5: remediation/ Lambdas + Step Functions, a playbook catalogue table and notification screenshots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4937760"/>
            <a:ext cx="5029200" cy="685800"/>
          </a:xfrm>
          <a:prstGeom prst="roundRect">
            <a:avLst>
              <a:gd name="adj" fmla="val 8000"/>
            </a:avLst>
          </a:prstGeom>
          <a:solidFill>
            <a:srgbClr val="0A1A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4937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6E0"/>
                </a:solidFill>
              </a:rPr>
              <a:t>Feeds → P5: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cloud-auto-remediation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A3F"/>
                </a:solidFill>
              </a:rPr>
              <a:t>✅  Done when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377440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377440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10528" y="2377440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377440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8 playbooks deployed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182112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182112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0528" y="3182112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182112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Each action logged immutably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0" y="3986784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3986784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0528" y="3986784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986784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High-impact step needs approval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4791456"/>
            <a:ext cx="521208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6E0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4791456"/>
            <a:ext cx="91440" cy="676656"/>
          </a:xfrm>
          <a:prstGeom prst="rect">
            <a:avLst/>
          </a:prstGeom>
          <a:solidFill>
            <a:srgbClr val="17C3B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10528" y="4791456"/>
            <a:ext cx="457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7C3B2"/>
                </a:solidFill>
              </a:rPr>
              <a:t>☑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91456"/>
            <a:ext cx="4572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24D"/>
                </a:solidFill>
              </a:rPr>
              <a:t>Slack/Teams alerts working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🎤 INTERVIEW DRILL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Rehearse the answer out loud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A1A3F"/>
          </a:solidFill>
          <a:ln w="15875">
            <a:solidFill>
              <a:srgbClr val="E0457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0457B"/>
                </a:solidFill>
              </a:rPr>
              <a:t>Q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92024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When is auto-remediation unsafe?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0E2048"/>
          </a:solidFill>
          <a:ln w="15875">
            <a:solidFill>
              <a:srgbClr val="17C3B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7C3B2"/>
                </a:solidFill>
              </a:rPr>
              <a:t>A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56616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7FA"/>
                </a:solidFill>
              </a:rPr>
              <a:t>When an action could cause outage or destroy evidence — e.g. terminating a compromised instance before forensics. Use guarded automation: allow-lists, reversible actions, approval gates for destructive steps, and always preserve evidence first.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457B"/>
                </a:solidFill>
              </a:rPr>
              <a:t>FLAGSHIP PROJECT · P5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A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Cloud Detection &amp; Auto-Remediation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3840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C7A9C"/>
                </a:solidFill>
              </a:rPr>
              <a:t>W19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5A6B8C"/>
                </a:solidFill>
              </a:rPr>
              <a:t>Org-wide GuardDuty, Security Hub and Config with eight auto-remediation playbooks, immutable audit logging and a controlled attack-simulation demo showing detect → respond → evidence.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What you build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298094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92608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Org-wide GuardDuty, Security Hub (CIS + AWS FSBP), Config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3547872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8 EventBridge → Lambda/Step Functions remediation playbooks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059936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Slack/Teams notifications on every action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4681728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626864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Immutable audit bucket for all remediation events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5248656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193792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Attack-simulation demo (controlled sandbox) with a 3-minute video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" y="5815584"/>
            <a:ext cx="146304" cy="146304"/>
          </a:xfrm>
          <a:prstGeom prst="ellipse">
            <a:avLst/>
          </a:prstGeom>
          <a:solidFill>
            <a:srgbClr val="E0457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68680" y="5760720"/>
            <a:ext cx="5074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4D"/>
                </a:solidFill>
              </a:rPr>
              <a:t>KMS, Secrets Manager and Macie hardening of the data path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A3F"/>
                </a:solidFill>
              </a:rPr>
              <a:t>Compliance mapping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Requirement</a:t>
                      </a:r>
                      <a:endParaRPr lang="en-US" sz="105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A.8.16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Monitoring activities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ISO 27001:2022 A.5.26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Response to incidents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NIS2 Art. 23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Incident reporting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DORA Art. 17–19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4324D"/>
                          </a:solidFill>
                        </a:rPr>
                        <a:t>ICT incident management and reporting</a:t>
                      </a:r>
                      <a:endParaRPr lang="en-US" sz="1000" dirty="0"/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6C4"/>
                </a:solidFill>
              </a:rPr>
              <a:t>🎓 Certification this month: AWS Security – Specialty (SCS-C03)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3840480" cy="3840480"/>
          </a:xfrm>
          <a:prstGeom prst="ellipse">
            <a:avLst/>
          </a:prstGeom>
          <a:ln w="12700">
            <a:solidFill>
              <a:srgbClr val="E0457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737360" y="4114800"/>
            <a:ext cx="4389120" cy="4389120"/>
          </a:xfrm>
          <a:prstGeom prst="ellipse">
            <a:avLst/>
          </a:prstGeom>
          <a:ln w="12700">
            <a:solidFill>
              <a:srgbClr val="E0457B">
                <a:alpha val="3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206240"/>
            <a:ext cx="4937760" cy="4937760"/>
          </a:xfrm>
          <a:prstGeom prst="ellipse">
            <a:avLst/>
          </a:prstGeom>
          <a:ln w="12700">
            <a:solidFill>
              <a:srgbClr val="E0457B">
                <a:alpha val="21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A6E0"/>
                </a:solidFill>
              </a:rPr>
              <a:t>KEY TAKEAWAY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Build event-driven remediations for common misconfigurations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06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C3B2"/>
                </a:solidFill>
              </a:rPr>
              <a:t>Next up → Week 20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A9C"/>
                </a:solidFill>
              </a:rPr>
              <a:t>IAM &amp; Cloud Security Engineer — Zero to Hero  ·  Build first, certify second  ·  One identity spine: Wisła Bank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M Cloud Security">
  <a:themeElements>
    <a:clrScheme name="IAM Cloud Security">
      <a:dk1>
        <a:srgbClr val="0A1A3F"/>
      </a:dk1>
      <a:lt1>
        <a:srgbClr val="FFFFFF"/>
      </a:lt1>
      <a:dk2>
        <a:srgbClr val="14264F"/>
      </a:dk2>
      <a:lt2>
        <a:srgbClr val="EEF3FB"/>
      </a:lt2>
      <a:accent1>
        <a:srgbClr val="2FA6E0"/>
      </a:accent1>
      <a:accent2>
        <a:srgbClr val="1766C4"/>
      </a:accent2>
      <a:accent3>
        <a:srgbClr val="17C3B2"/>
      </a:accent3>
      <a:accent4>
        <a:srgbClr val="F6A31A"/>
      </a:accent4>
      <a:accent5>
        <a:srgbClr val="E0457B"/>
      </a:accent5>
      <a:accent6>
        <a:srgbClr val="6C7A9C"/>
      </a:accent6>
      <a:hlink>
        <a:srgbClr val="2FA6E0"/>
      </a:hlink>
      <a:folHlink>
        <a:srgbClr val="17C3B2"/>
      </a:folHlink>
    </a:clrScheme>
    <a:fontScheme name="IAM Cloud Security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IAM and Cloud Security Engineer Program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19 — Auto-Remediation with EventBridge, Lambda &amp; Step Functions</dc:title>
  <dc:subject>PptxGenJS Presentation</dc:subject>
  <dc:creator>Stephen Omowumi</dc:creator>
  <cp:lastModifiedBy>Stephen Omowumi</cp:lastModifiedBy>
  <cp:revision>1</cp:revision>
  <dcterms:created xsi:type="dcterms:W3CDTF">2026-10-06T20:15:13Z</dcterms:created>
  <dcterms:modified xsi:type="dcterms:W3CDTF">2026-10-06T20:15:13Z</dcterms:modified>
</cp:coreProperties>
</file>