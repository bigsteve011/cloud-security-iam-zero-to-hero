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17: GuardDuty, Security Hub, Config, Inspector &amp; Detective. Part of Month 5 (AWS Security Services &amp; Detection). Flagship project P5 (cloud-auto-remediation).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E0457B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E0457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E0457B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0457B"/>
                </a:solidFill>
              </a:rPr>
              <a:t>WEEK 17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GuardDuty, Security Hub, Config, Inspector &amp; Detective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5 · AWS SECURITY SERVICES &amp;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Feb–Mar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GuardDuty finding types and the organisation delegated-admin model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Security Hub standards (CIS, AWS FSBP) and finding aggregation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AWS Config rules and conformance packs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Inspector for workload vulnerabilities; Detective for investigation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Security Lake and centralised findings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Enable the detection stack org-wide from a security account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Read and triage GuardDuty findings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Deploy a Config conformance pack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Aggregate findings into one view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Delegated admin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Run security services from the security account, not management.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FSBP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AWS Foundational Security Best Practices — a strong default baseline.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Conformance pack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 bundle of Config rules mapped to a framework, deployed org-wide.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Finding severity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Triage by severity + resource criticality, not volume.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Detection Services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Enable org-wide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Findings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Security Hub aggregate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Triage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Route to response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Enable the Detection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AWS Organizations + AWS Skill Builder Builder Labs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Delegate GuardDuty + Security Hub admin to the security account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guardduty enable-organization-admin-account --admin-account-id $SEC_ACCT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Auto-enable new accounts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Turn on Security Hub CIS + FSBP standards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Deploy a Config conformance pack mapped to CIS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Generate sample GuardDuty findings and triage them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guardduty create-sample-findings --detector-id $DET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Study the matching SCS-C03 detection domain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P5 repo started: detection/ Terraform, a triage runbook and a findings screenshot set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P5: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cloud-auto-remediation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GuardDuty org-wide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Security Hub standards 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Conformance pack deployed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Sample finding triaged with notes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457B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GuardDuty flags an EC2 instance beaconing to a known-bad IP. What do you do?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Confirm scope in Detective, isolate the instance with a quarantine security group, snapshot for forensics, rotate any credentials it held, check CloudTrail for lateral movement, and open an incident with evidence preserved to the audit bucket.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FLAGSHIP PROJECT · P5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Cloud Detection &amp; Auto-Remediation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Org-wide GuardDuty, Security Hub and Config with eight auto-remediation playbooks, immutable audit logging and a controlled attack-simulation demo showing detect → respond → evidence.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Org-wide GuardDuty, Security Hub (CIS + AWS FSBP), Config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8 EventBridge → Lambda/Step Functions remediation playbooks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Slack/Teams notifications on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Immutable audit bucket for all remediation events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Attack-simulation demo (controlled sandbox) with a 3-minute video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KMS, Secrets Manager and Macie hardening of the data path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A.5.26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Response to incidents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Incident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17–19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incident management and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AWS Security – Specialty (SCS-C03)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E0457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E0457B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E0457B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Enable the detection stack org-wide from a security account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17 — GuardDuty, Security Hub, Config, Inspector &amp; Detective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