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20: Attack Simulation, Demo &amp; SCS-C03. Part of Month 5 (AWS Security Services &amp; Detection). Flagship project P5 (cloud-auto-remediation).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E045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E0457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E0457B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0457B"/>
                </a:solidFill>
              </a:rPr>
              <a:t>WEEK 20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Attack Simulation, Demo &amp; SCS-C03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5 · AWS SECURITY SERVICES &amp;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Feb–Mar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Safe attack simulation in an isolated sandbox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Measuring detection and response time (MTTD/MTTR)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Recording a clear detect → respond → evidence demo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GenAI security on AWS: Bedrock guardrails and model access control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SCS-C03 exam strategy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Run a controlled CloudGoat scenario end to 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Show detection and automatic response on video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Bedrock guardrails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Pass SCS-C03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Isolated sandbox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Simulate only in a throwaway account with no real data, torn down after.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MTTD/MTTR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Time to detect and respond — the metrics that prove your pipeline works.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Bedrock guardrails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Content and topic filters plus least-privilege model access.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Demo narrative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Problem → attack → detection → automatic response →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Simulation &amp; SCS-C03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Isolated account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Run scenario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Detection fires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Auto-response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Evidence + teardown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Controlled Detect-and-Respond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Isolated AWS sandbox + CloudGoat + Tutorials Dojo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a CloudGoat scenario in an isolated, data-free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./cloudgoat.py create iam_privesc_by_rollback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Trigger the scenario's activity and watch GuardDuty/Security Hub detect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Confirm the matching remediation playbook responds automatically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Record a 3-minute demo and note MTTD/MTTR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Destroy the scenario and confirm teardown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./cloudgoat.py destroy all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Sit the AWS SCS-C03 exam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P5 complete: demo video link, MTTD/MTTR note, architecture diagram and LinkedIn post on detect-and-respond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P5: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cloud-auto-remediation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Scenario detected automatically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Response verified + logged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Sandbox torn down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SCS-C03 passed 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457B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 access key leaked on GitHub — what happens in the next 5 minutes?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GitHub + AWS detect the exposed key and quarantine it; GuardDuty flags anomalous use; the remediation playbook deactivates the key, notifies, and opens an incident; you review CloudTrail for actions taken, rotate dependent secrets, and preserve evidence. Long term: move to OIDC so no long-lived key exists.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FLAGSHIP PROJECT · P5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Detection &amp; Auto-Remediation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Org-wide GuardDuty, Security Hub and Config with eight auto-remediation playbooks, immutable audit logging and a controlled attack-simulation demo showing detect → respond → evidence.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Org-wide GuardDuty, Security Hub (CIS + AWS FSBP),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8 EventBridge → Lambda/Step Functions remediation playbooks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Slack/Teams notifications on every 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Immutable audit bucket for all remediation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Attack-simulation demo (controlled sandbox) with a 3-minute video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KMS, Secrets Manager and Macie hardening of the data path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A.5.26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Response to incidents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Incident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17–19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incident management and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AWS Security – Specialty (SCS-C03)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E0457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E0457B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E0457B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a controlled CloudGoat scenario end to end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20 — Attack Simulation, Demo &amp; SCS-C03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