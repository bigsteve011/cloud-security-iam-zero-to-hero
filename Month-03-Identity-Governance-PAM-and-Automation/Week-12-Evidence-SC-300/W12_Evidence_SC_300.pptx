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12: Hygiene Scanner, Evidence Packs &amp; AI-Assisted Reviews → SC-300. Part of Month 3 (Identity Governance, PAM &amp; Automation). Flagship project P3 (iam-governance-engine).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12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Hygiene Scanner, Evidence Packs &amp; AI-Assisted Reviews → SC-300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3 · IDENTITY GOVERNANCE, PAM &amp; AUTOMATION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Dec 2026–Jan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Identity hygiene metrics: stale, orphaned, MFA gaps, dormant privilege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Generating timestamped evidence auditors accept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LLM-assisted review summaries: prompt design and data minimisation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Human-in-the-loop approval and logging of AI output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SC-300 exam strategy and practice assessment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Ship the hygiene scanner and evidence pack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Add an AI summary with mandatory approval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Score 80%+ on the SC-300 practice assessment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Book and pass SC-300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Stale account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No sign-in for 90 days. Disable, then delete after 30.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Evidence pack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Report + raw data + hash + timestamp + scope statement.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Human in the loop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AI drafts, a named human decides; both are logged.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Data minimisation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Send the LLM only what the summary needs. No secrets, no PII beyond need.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 &amp; SC-300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Collect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Analyse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AI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Human approval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Signed evidence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 Pack + AI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Python + Claude API + Microsoft Learn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 scanner checks and output findings.json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hygiene scan --out findings.json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Render HTML evidence with Jinja2 and hash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evidence-2027-01-15.html &gt; evidence-2027-01-15.sha256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Call an LLM to summarise findings for reviewers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anthropic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Require approve/reject CLI step; log reviewer and decision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Take the SC-300 practice assessment on Microsoft Learn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Book the SC-300 exam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P3 complete with sample evidence pack, architecture diagram and LinkedIn post on audit-ready IAM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P3: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iam-governance-engine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Evidence pack generated + hashed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AI output never applied without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SC-300 practice ≥ 80%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SC-300 passed 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would you safely use an LLM in access reviews?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Minimised input, summarisation only, no autonomous changes, mandatory human decision, prompt and output logged, accuracy spot-checks, and documented in the AI risk register (ISO 42001).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Governance Automation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service that reads a fake HRIS feed and drives Joiner-Mover-Leaver across Entra ID and Okta, scans identity hygiene, and produces an auditor-ready evidence pack with an AI-assisted reviewer summary under human approval.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HRIS CSV/API simulator (joiners, movers, leavers)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JML engine for Entra ID + Okta (AWS Identity Center added in Month 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Hygiene scanner: stale, orphaned, MFA gaps, SoD conflicts, dormant privileged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Timestamped HTML/PDF evidence pack mapped to ISO 27001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LLM summary for reviewers with mandatory human approval and full logging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Unit tests + GitHub Actions CI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Identity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(provision, review, removal)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Segregation of duties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limited to need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SC-300 Identity &amp; Access Administrator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Ship the hygiene scanner and evidence pack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— Hygiene Scanner, Evidence Packs &amp; AI-Assisted Reviews → SC-300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