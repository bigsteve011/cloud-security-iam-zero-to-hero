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9: Entra ID Governance: Entitlements &amp; Access Reviews. Part of Month 3 (Identity Governance, PAM &amp; Automation). Flagship project P3 (iam-governance-engine).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C3B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C3B2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C3B2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C3B2"/>
                </a:solidFill>
              </a:rPr>
              <a:t>WEEK 9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Entra ID Governance: Entitlements &amp; Access Reviews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3 · IDENTITY GOVERNANCE, PAM &amp; AUTOMATION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Dec 2026–Jan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Entitlement management: catalogs, access packages, policies, connected orgs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Access reviews: scope, reviewers, recurrence, auto-apply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Lifecycle workflows for joiners and leavers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Okta Identity Governance: requests and certifications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Designing reviews auditors accept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three access packages for Wisła Bank roles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Run a quarterly-style access review end to end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Configure a leaver lifecycle workflow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Export review decisions as audit evidence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Access package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Bundle of groups, apps and roles requested together with approval and expiry.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Access review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Periodic recertification. Auto-apply removes denied access.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Lifecycle workflow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Triggered on employeeHireDate / leaveDateTime attributes.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Evidence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Who reviewed what, when, decision and justification — exported, not screenshotted.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Entra Governance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Request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Approve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Assign with expiry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Review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Auto-remove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Access Packages &amp; Reviews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Entra ID Governance trial + Microsoft Learn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3.5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catalog 'Wisla-Retail-Banking' with 2 groups + 1 app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access package 'Loan Officer' with manager approval and 90-day expiry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lifecycle workflow: leaver → disable, remove groups, notify manager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Launch an access review on the Loan Officer package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Export decisions via Graph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Get-MgIdentityGovernanceAccessReviewDefinitionInstanceDecision -AccessReviewScheduleDefinitionId $def -AccessReviewInstanceId $inst -All | Export-Csv review-evidence.csv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SC-300: Plan and implement identity governance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P3 repo: governance/ design doc, access package matrix and exported review evidence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P3: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iam-governance-engine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3 access packages live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Review completed with auto-apply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Leaver workflow tested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Evidence CSV in repo (sanitised)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 you design access reviews auditors trust?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Defined scope and population, independent reviewers, documented frequency, auto-apply of denials, completeness check, exported evidence with timestamps and reviewer identity, and follow-up on non-responses.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FLAGSHIP PROJECT · P3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IAM Governance Automation Engine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service that reads a fake HRIS feed and drives Joiner-Mover-Leaver across Entra ID and Okta, scans identity hygiene, and produces an auditor-ready evidence pack with an AI-assisted reviewer summary under human approval.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HRIS CSV/API simulator (joiners, movers, leavers)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JML engine for Entra ID + Okta (AWS Identity Center added in Month 4)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Hygiene scanner: stale, orphaned, MFA gaps, SoD conflicts, dormant privileged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Timestamped HTML/PDF evidence pack mapped to ISO 27001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LLM summary for reviewers with mandatory human approval and full logging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Unit tests + GitHub Actions CI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Identity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(provision, review, removal)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Segregation of duties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limited to need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SC-300 Identity &amp; Access Administrator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C3B2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C3B2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C3B2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three access packages for Wisła Bank roles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 — Entra ID Governance: Entitlements &amp; Access Reviews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