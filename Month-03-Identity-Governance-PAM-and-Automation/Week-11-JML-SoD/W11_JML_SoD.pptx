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11: Joiner-Mover-Leaver Automation &amp; SoD. Part of Month 3 (Identity Governance, PAM &amp; Automation). Flagship project P3 (iam-governance-engine).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C3B2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C3B2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C3B2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C3B2"/>
                </a:solidFill>
              </a:rPr>
              <a:t>WEEK 11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Joiner-Mover-Leaver Automation &amp; SoD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3 · IDENTITY GOVERNANCE, PAM &amp; AUTOMATION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Dec 2026–Jan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HR as the authoritative source; attribute mapping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Joiner, mover and leaver logic and edge cases (rehires, contractors)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Role-based vs attribute-based access models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Segregation of Duties: toxic combinations and rule sets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Idempotent automation, dry-run mode and audit logging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Build the JML engine core against Entra ID and Okta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Implement an SoD rule engine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Add dry-run and structured audit logs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C3B2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Write unit tests for every JML path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Mover risk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Access accumulates when people change role. Remove old, then add new.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572768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09360" y="1572768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01968" y="1700784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Toxic combo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01968" y="2121408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e.g. 'Create vendor' + 'Approve payment' in one person.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124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Idempotent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Running twice gives the same result. Essential for safe automation.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3968496"/>
            <a:ext cx="5440680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09360" y="3968496"/>
            <a:ext cx="128016" cy="2194560"/>
          </a:xfrm>
          <a:prstGeom prst="roundRect">
            <a:avLst>
              <a:gd name="adj" fmla="val 35714"/>
            </a:avLst>
          </a:prstGeom>
          <a:solidFill>
            <a:srgbClr val="17C3B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1968" y="409651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Dry-run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01968" y="4517136"/>
            <a:ext cx="49377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Show planned changes before applying — just like terraform plan.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JML &amp; SoD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HRIS feed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Diff vs state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SoD check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C3B2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C3B2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Apply (or dry-run)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C3B2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Audit log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the JML Engine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Local Python + Entra + Okta APIs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C3B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6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Generate a fake HRIS with Faker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faker &amp;&amp; python hris_sim.py --users 200 --out hris.csv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Map job codes to roles in roles.yaml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6118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Implement joiner/mover/leaver handlers with Graph and Okta SDK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0" y="36301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93408" y="36301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msgraph-sdk okta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SoD rules (sod_rules.yaml) and block conflicting assignments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Run in dry-run, review, then apply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-m jml run --source hris.csv --dry-run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5669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Write pytest cases for each scenario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583680" y="5687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93408" y="5687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-q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P3: engine/ package with JML, SoD, dry-run, JSON audit logs and tests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P3: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iam-governance-engine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2377440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10528" y="2377440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Leaver disabled in both IdPs &lt; 5 min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3182112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10528" y="3182112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SoD conflict blocked and logged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986784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10528" y="3986784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Tests pass in CI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0" y="4791456"/>
            <a:ext cx="91440" cy="676656"/>
          </a:xfrm>
          <a:prstGeom prst="rect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10528" y="4791456"/>
            <a:ext cx="457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7C3B2"/>
                </a:solidFill>
              </a:rPr>
              <a:t>☑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Dry-run output in README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C3B2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Design JML for 200 SaaS apps and prove it to auditors.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HR as source, IdP as hub with SCIM to apps, role/attribute model, SoD checks, leaver SLA, reconciliation for non-SCIM apps, logs and periodic reviews as evidence.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C3B2"/>
                </a:solidFill>
              </a:rPr>
              <a:t>FLAGSHIP PROJECT · P3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IAM Governance Automation Engine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W11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Python service that reads a fake HRIS feed and drives Joiner-Mover-Leaver across Entra ID and Okta, scans identity hygiene, and produces an auditor-ready evidence pack with an AI-assisted reviewer summary under human approval.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298094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HRIS CSV/API simulator (joiners, movers, leavers)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547872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JML engine for Entra ID + Okta (AWS Identity Center added in Month 4)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114800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Hygiene scanner: stale, orphaned, MFA gaps, SoD conflicts, dormant privileged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681728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Timestamped HTML/PDF evidence pack mapped to ISO 27001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248656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LLM summary for reviewers with mandatory human approval and full logging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815584"/>
            <a:ext cx="146304" cy="146304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Unit tests + GitHub Actions CI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Identity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A.5.18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rights (provision, review, removal)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A.5.3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Segregation of duties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9(4)(c)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rights limited to need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548640" y="63093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🎓 Certification this month: SC-300 Identity &amp; Access Administrator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C3B2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C3B2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C3B2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Build the JML engine core against Entra ID and Okta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12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11 — Joiner-Mover-Leaver Automation &amp; SoD</dc:title>
  <dc:subject>PptxGenJS Presentation</dc:subject>
  <dc:creator>Stephen Omowumi</dc:creator>
  <cp:lastModifiedBy>Stephen Omowumi</cp:lastModifiedBy>
  <cp:revision>1</cp:revision>
  <dcterms:created xsi:type="dcterms:W3CDTF">2026-10-06T20:15:13Z</dcterms:created>
  <dcterms:modified xsi:type="dcterms:W3CDTF">2026-10-06T20:15:13Z</dcterms:modified>
</cp:coreProperties>
</file>