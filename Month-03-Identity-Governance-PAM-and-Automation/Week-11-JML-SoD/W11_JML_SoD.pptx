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11: Joiner-Mover-Leaver Automation &amp; SoD. Part of Month 3 (Identity Governance, PAM &amp; Automation). Flagship project P3 (iam-governance-engine).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11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Joiner-Mover-Leaver Automation &amp; SoD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3 · IDENTITY GOVERNANCE, PAM &amp; AUTOMATION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Dec 2026–Jan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HR as the authoritative source; attribute mapping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Joiner, mover and leaver logic and edge cases (rehires, contractors)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Role-based vs attribute-based access models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Segregation of Duties: toxic combinations and rule sets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Idempotent automation, dry-run mode and audit logging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the JML engine core against Entra ID and Okta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Implement an SoD rule engine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Add dry-run and structured audit logs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unit tests for every JML path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Mover risk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Access accumulates when people change role. Remove old, then add new.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Toxic combo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e.g. 'Create vendor' + 'Approve payment' in one person.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Idempotent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Running twice gives the same result. Essential for safe automation.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Dry-run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Show planned changes before applying — just like terraform plan.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JML &amp; SoD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HRIS feed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Diff vs state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SoD check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Apply (or dry-run)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Audit log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JML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Python + Entra + Okta APIs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Generate a fake HRIS with Faker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faker &amp;&amp; python hris_sim.py --users 200 --out hris.csv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Map job codes to roles in roles.yaml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 joiner/mover/leaver handlers with Graph and Okta SDK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msgraph-sdk okta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SoD rules (sod_rules.yaml) and block conflicting assignments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in dry-run, review, then apply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jml run --source hris.csv --dry-run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pytest cases for each scenario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5687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93408" y="5687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P3: engine/ package with JML, SoD, dry-run, JSON audit logs and tests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P3: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iam-governance-engine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Leaver disabled in both IdPs &lt; 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SoD conflict blocked and logged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Tests pass in CI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Dry-run output in README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Design JML for 200 SaaS apps and prove it to auditors.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HR as source, IdP as hub with SCIM to apps, role/attribute model, SoD checks, leaver SLA, reconciliation for non-SCIM apps, logs and periodic reviews as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IAM Governance Automation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service that reads a fake HRIS feed and drives Joiner-Mover-Leaver across Entra ID and Okta, scans identity hygiene, and produces an auditor-ready evidence pack with an AI-assisted reviewer summary under human approval.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HRIS CSV/API simulator (joiners, movers, leavers)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JML engine for Entra ID + Okta (AWS Identity Center added in Month 4)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Hygiene scanner: stale, orphaned, MFA gaps, SoD conflicts, dormant privileged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Timestamped HTML/PDF evidence pack mapped to ISO 27001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LLM summary for reviewers with mandatory human approval and full logging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Unit tests + GitHub Actions CI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Identity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(provision, review, removal)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Segregation of duties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limited to need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SC-300 Identity &amp; Access Administrator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JML engine core against Entra ID and Okta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— Joiner-Mover-Leaver Automation &amp; SoD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