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10: PIM, PAM, JIT Access &amp; Break-Glass. Part of Month 3 (Identity Governance, PAM &amp; Automation). Flagship project P3 (iam-governance-engine).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17C3B2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17C3B2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17C3B2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7C3B2"/>
                </a:solidFill>
              </a:rPr>
              <a:t>WEEK 10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PIM, PAM, JIT Access &amp; Break-Glass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3 · IDENTITY GOVERNANCE, PAM &amp; AUTOMATION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Dec 2026–Jan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Privileged Identity Management for Entra roles, Azure roles and groups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JIT and JEA; approval, MFA and justification on activation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PAM concepts: vaulting, session recording, credential rotation (CyberArk model)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Break-glass governance and testing cadence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Privileged access reporting for audit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Remove all standing Global Admin assignments except break-glass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Configure PIM with approval and 2-hour max activation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Explain the CyberArk vault + PSM model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Produce a privileged-access report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C3B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Standing access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Always-on admin rights. The thing attackers hunt for.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C3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0196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JIT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Eligible, not active. Activate with MFA + reason for a time-box.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C3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Vault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Credentials checked out, rotated after use, never known by humans.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C3B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196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Session recording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Privileged sessions proxied and recorded for forensics.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PIM &amp; PAM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Eligible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Request + MFA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Approval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Time-boxed active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Auto-expire + log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PIM Configuration &amp; Privileged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Entra P2 trial + Azure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3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Convert permanent role assignments to eligible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Set Global Admin activation: approval, MFA, 2h, ticket number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Enable PIM for Groups on an Azure subscription Owner group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297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Activate a role and capture the audit trail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0" y="43159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93408" y="43159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Get-MgAuditLogDirectoryAudit -Filter "category eq 'RoleManagement'" -Top 20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Script a report of all eligible/active privileged assignments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Read CyberArk PAM fundamentals and diagram the vault model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P3: pam/ folder with PIM settings export, privileged report script and break-glass test log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P3: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iam-governance-engine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377440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0528" y="23774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Zero standing GA (except break-glass)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182112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0528" y="318211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Activation requires approval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986784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398678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Report script runs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791456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0528" y="47914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Break-glass test documented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C3B2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An auditor asks for proof admin access is controlled. What do you show?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PIM settings (eligible only, approval, MFA, max duration), activation logs with justification, quarterly review of eligible assignments, break-glass monitoring alerts and test records.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FLAGSHIP PROJECT · P3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IAM Governance Automation Engine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A Python service that reads a fake HRIS feed and drives Joiner-Mover-Leaver across Entra ID and Okta, scans identity hygiene, and produces an auditor-ready evidence pack with an AI-assisted reviewer summary under human approval.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80944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HRIS CSV/API simulator (joiners, movers, leavers)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547872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JML engine for Entra ID + Okta (AWS Identity Center added in Month 4)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Hygiene scanner: stale, orphaned, MFA gaps, SoD conflicts, dormant privileged roles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681728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Timestamped HTML/PDF evidence pack mapped to ISO 27001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248656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LLM summary for reviewers with mandatory human approval and full logging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815584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Unit tests + GitHub Actions CI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A.5.16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Identity management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A.5.18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rights (provision, review, removal)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A.5.3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Segregation of duties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9(4)(c)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rights limited to need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🎓 Certification this month: SC-300 Identity &amp; Access Administrator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17C3B2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17C3B2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17C3B2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Remove all standing Global Admin assignments except break-glass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11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 — PIM, PAM, JIT Access &amp; Break-Glass</dc:title>
  <dc:subject>PptxGenJS Presentation</dc:subject>
  <dc:creator>Stephen Omowumi</dc:creator>
  <cp:lastModifiedBy>Stephen Omowumi</cp:lastModifiedBy>
  <cp:revision>1</cp:revision>
  <dcterms:created xsi:type="dcterms:W3CDTF">2026-10-06T20:15:13Z</dcterms:created>
  <dcterms:modified xsi:type="dcterms:W3CDTF">2026-10-06T20:15:13Z</dcterms:modified>
</cp:coreProperties>
</file>