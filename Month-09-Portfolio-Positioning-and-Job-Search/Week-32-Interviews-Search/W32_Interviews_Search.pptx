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32: Interview Preparation &amp; Job Search. Part of Month 9 (Portfolio, Positioning &amp; Job Search). Flagship project P0 (portfolio-site).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3F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-1463040"/>
            <a:ext cx="4206240" cy="4206240"/>
          </a:xfrm>
          <a:prstGeom prst="ellipse">
            <a:avLst/>
          </a:prstGeom>
          <a:ln w="12700">
            <a:solidFill>
              <a:srgbClr val="E0457B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ln w="12700">
            <a:solidFill>
              <a:srgbClr val="E0457B">
                <a:alpha val="3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0" y="-1645920"/>
            <a:ext cx="5303520" cy="5303520"/>
          </a:xfrm>
          <a:prstGeom prst="ellipse">
            <a:avLst/>
          </a:prstGeom>
          <a:ln w="12700">
            <a:solidFill>
              <a:srgbClr val="E0457B">
                <a:alpha val="26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3716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🔐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0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0457B"/>
                </a:solidFill>
              </a:rPr>
              <a:t>WEEK 32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971800"/>
            <a:ext cx="89611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Interview Preparation &amp; Job Search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4800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MONTH 9 · PORTFOLIO, POSITIONING &amp; JOB SEARCH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212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C2E6"/>
                </a:solidFill>
              </a:rPr>
              <a:t>IAM &amp; Cloud Security Engineer — Zero to Hero</a:t>
            </a:r>
            <a:pPr indent="0" marL="0">
              <a:buNone/>
            </a:pPr>
            <a:r>
              <a:rPr lang="en-US" sz="1300" dirty="0">
                <a:solidFill>
                  <a:srgbClr val="6C7A9C"/>
                </a:solidFill>
              </a:rPr>
              <a:t>   ·   Jun–Jul 2027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59893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Continuity case study: Wisła Bank (EU bank · hybrid AD · Entra ID · Okta · AWS + Azure · AI agents)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457B"/>
                </a:solidFill>
              </a:rPr>
              <a:t>SESSION 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we cover this week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W32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783080"/>
            <a:ext cx="347472" cy="347472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System-design interviews using your projects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624328"/>
            <a:ext cx="347472" cy="347472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Behavioural and audit/compliance crossover questions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82696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13232" y="3465576"/>
            <a:ext cx="347472" cy="347472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3232" y="3465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3282696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Tailoring applications to Kraków employers (banks, fintech, Big 4, Okta/MS/AWS partners)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1792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82512" y="1783080"/>
            <a:ext cx="347472" cy="347472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8251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7628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Negotiation and the first-90-days story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82512" y="2624328"/>
            <a:ext cx="347472" cy="347472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8251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87628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A sustainable ongoing-learning plan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457B"/>
                </a:solidFill>
              </a:rPr>
              <a:t>LEARNING OBJECTIVES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By the end of this week you can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W32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0457B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459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Rehearse all seven interview scenarios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3957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5603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0457B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5603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Tailor CV and applications to target roles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34440" y="33101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4747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0457B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4747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Run two mock system-design interviews per week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234440" y="42245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3891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0457B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891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Launch the job search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457B"/>
                </a:solidFill>
              </a:rPr>
              <a:t>CORE CONCEPTS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ideas that matter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W32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8424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240280"/>
            <a:ext cx="182880" cy="182880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52144" y="21305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Scenario bank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264261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The seven scenarios map 1:1 to P1–P7 — rehearse until fluent.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98424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01968" y="2240280"/>
            <a:ext cx="182880" cy="182880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12864" y="21305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Crossover edge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620256" y="264261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Audit + engineering + AI identity is rare; lead with it.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08736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1248" y="4343400"/>
            <a:ext cx="182880" cy="182880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52144" y="423367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Targeting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59536" y="474573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Regulated Kraków employers value DORA/NIS2-aware identity engineers.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408736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01968" y="4343400"/>
            <a:ext cx="182880" cy="182880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912864" y="423367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90-day story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620256" y="474573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What you'd secure, inventory and automate in your first quarter.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457B"/>
                </a:solidFill>
              </a:rPr>
              <a:t>HOW IT FITS TOGETHER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Interviews &amp; Search — the flow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W32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Rehearse scenarios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414016" y="3538728"/>
            <a:ext cx="384048" cy="329184"/>
          </a:xfrm>
          <a:prstGeom prst="chevron">
            <a:avLst/>
          </a:prstGeom>
          <a:solidFill>
            <a:srgbClr val="E0457B"/>
          </a:solidFill>
          <a:ln/>
        </p:spPr>
      </p:sp>
      <p:sp>
        <p:nvSpPr>
          <p:cNvPr id="9" name="Shape 7"/>
          <p:cNvSpPr/>
          <p:nvPr/>
        </p:nvSpPr>
        <p:spPr>
          <a:xfrm>
            <a:off x="2862072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E0457B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953512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457B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35224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Tailor CV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727448" y="3538728"/>
            <a:ext cx="384048" cy="329184"/>
          </a:xfrm>
          <a:prstGeom prst="chevron">
            <a:avLst/>
          </a:prstGeom>
          <a:solidFill>
            <a:srgbClr val="E0457B"/>
          </a:solidFill>
          <a:ln/>
        </p:spPr>
      </p:sp>
      <p:sp>
        <p:nvSpPr>
          <p:cNvPr id="13" name="Shape 11"/>
          <p:cNvSpPr/>
          <p:nvPr/>
        </p:nvSpPr>
        <p:spPr>
          <a:xfrm>
            <a:off x="5175504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E0457B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266944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457B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48656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Apply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040880" y="3538728"/>
            <a:ext cx="384048" cy="329184"/>
          </a:xfrm>
          <a:prstGeom prst="chevron">
            <a:avLst/>
          </a:prstGeom>
          <a:solidFill>
            <a:srgbClr val="E0457B"/>
          </a:solidFill>
          <a:ln/>
        </p:spPr>
      </p:sp>
      <p:sp>
        <p:nvSpPr>
          <p:cNvPr id="17" name="Shape 15"/>
          <p:cNvSpPr/>
          <p:nvPr/>
        </p:nvSpPr>
        <p:spPr>
          <a:xfrm>
            <a:off x="7488936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E0457B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0376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457B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562088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Mock interviews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354312" y="3538728"/>
            <a:ext cx="384048" cy="329184"/>
          </a:xfrm>
          <a:prstGeom prst="chevron">
            <a:avLst/>
          </a:prstGeom>
          <a:solidFill>
            <a:srgbClr val="E0457B"/>
          </a:solidFill>
          <a:ln/>
        </p:spPr>
      </p:sp>
      <p:sp>
        <p:nvSpPr>
          <p:cNvPr id="21" name="Shape 19"/>
          <p:cNvSpPr/>
          <p:nvPr/>
        </p:nvSpPr>
        <p:spPr>
          <a:xfrm>
            <a:off x="9802368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893808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0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Offers + negotiate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8920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B8C"/>
                </a:solidFill>
              </a:rPr>
              <a:t>Each stage is a control point — identity is verified, scoped and logged before the next step runs.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🔨 HANDS-ON LAB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Interview Readiness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PLATFORM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Peer / AI mock interviews + LinkedIn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EST. TIME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6 h/week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276856"/>
            <a:ext cx="310896" cy="310896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276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40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Rehearse the seven scenarios tied to P1–P7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94360" y="2962656"/>
            <a:ext cx="310896" cy="310896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24128" y="29260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Tailor the CV and LinkedIn to IAM / Cloud Security Engineer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94360" y="3648456"/>
            <a:ext cx="310896" cy="310896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3648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36118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Build a target-employer list (Kraków banks, fintech, Big 4, partners)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94360" y="4334256"/>
            <a:ext cx="310896" cy="310896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94360" y="4334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4297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Run two mock system-design interviews each week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94360" y="5020056"/>
            <a:ext cx="310896" cy="310896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5020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49834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Prepare a first-90-days plan for a named target role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94360" y="5705856"/>
            <a:ext cx="310896" cy="310896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5705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24128" y="5669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Apply and track in a pipeline sheet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457B"/>
                </a:solidFill>
              </a:rPr>
              <a:t>PROVE 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Deliverable &amp; done-checklist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W32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📦  Deliverable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172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4324D"/>
                </a:solidFill>
              </a:rPr>
              <a:t>Tailored CV, rehearsed scenario answers, a tracked application pipeline and a first-90-days plan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4937760"/>
            <a:ext cx="5029200" cy="685800"/>
          </a:xfrm>
          <a:prstGeom prst="roundRect">
            <a:avLst>
              <a:gd name="adj" fmla="val 8000"/>
            </a:avLst>
          </a:prstGeom>
          <a:solidFill>
            <a:srgbClr val="0A1A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49377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A6E0"/>
                </a:solidFill>
              </a:rPr>
              <a:t>Feeds → P0: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portfolio-site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7830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✅  Done when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0" y="2377440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601968" y="2560320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01968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377440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All 7 scenarios fluent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3182112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01968" y="3364992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1968" y="3364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3182112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CV tailored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0" y="3986784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1968" y="4169664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1968" y="4169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3986784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2 mock interviews/week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0" y="4791456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01968" y="497433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601968" y="4974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4791456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Applications submitted + tracked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6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🎤 INTERVIEW DRILL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0467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Rehearse the answer out loud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5875">
            <a:solidFill>
              <a:srgbClr val="E0457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0457B"/>
                </a:solidFill>
              </a:rPr>
              <a:t>Q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92024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What would you do in your first 90 days as our IAM engineer?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0E2048"/>
          </a:solidFill>
          <a:ln w="15875">
            <a:solidFill>
              <a:srgbClr val="17C3B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7C3B2"/>
                </a:solidFill>
              </a:rPr>
              <a:t>A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3566160"/>
            <a:ext cx="9875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DCE7FA"/>
                </a:solidFill>
              </a:rPr>
              <a:t>Days 1–30: inventory identities (human + NHI), map current access and quick wins (MFA gaps, standing admin). Days 31–60: close top risks — phishing-resistant MFA for admins, PIM/JIT, kill legacy auth. Days 61–90: automate JML and access reviews, stand up detections, and report progress mapped to the control framework.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457B"/>
                </a:solidFill>
              </a:rPr>
              <a:t>FLAGSHIP PROJECT · P0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Portfolio Site &amp; Case Studies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W32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5A6B8C"/>
                </a:solidFill>
              </a:rPr>
              <a:t>The job-ready finish: a portfolio site with one case study per flagship project, demo videos, polished READMEs, interview rehearsal and a targeted Kraków job search.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14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What you build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3118104"/>
            <a:ext cx="146304" cy="146304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92608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GitHub Pages portfolio: 'Steve — Identity &amp; Cloud Security Engineer'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3685032"/>
            <a:ext cx="146304" cy="146304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3493008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One case-study page per project: problem → architecture → build → results → mapping → lessons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4360" y="4251960"/>
            <a:ext cx="146304" cy="146304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4059936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3–5 minute demo video for P2, P5 and P7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4818888"/>
            <a:ext cx="146304" cy="146304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626864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Six repos pinned with a consistent README template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4360" y="5385816"/>
            <a:ext cx="146304" cy="146304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5193792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Four LinkedIn/blog posts (P3, P5, P6, P7)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4360" y="5952744"/>
            <a:ext cx="146304" cy="146304"/>
          </a:xfrm>
          <a:prstGeom prst="ellipse">
            <a:avLst/>
          </a:prstGeom>
          <a:solidFill>
            <a:srgbClr val="E0457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576072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Mock system-design interviews and a target-employer list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5146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Compliance mapping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926080"/>
          <a:ext cx="52120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Control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Requirement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Positioning: engineering + audit + AI identity — a rare combination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Evidence-first portfolio: every claim backed by a repo and a demo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3840480" cy="3840480"/>
          </a:xfrm>
          <a:prstGeom prst="ellipse">
            <a:avLst/>
          </a:prstGeom>
          <a:ln w="12700">
            <a:solidFill>
              <a:srgbClr val="E0457B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737360" y="4114800"/>
            <a:ext cx="4389120" cy="4389120"/>
          </a:xfrm>
          <a:prstGeom prst="ellipse">
            <a:avLst/>
          </a:prstGeom>
          <a:ln w="12700">
            <a:solidFill>
              <a:srgbClr val="E0457B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828800" y="4206240"/>
            <a:ext cx="4937760" cy="4937760"/>
          </a:xfrm>
          <a:prstGeom prst="ellipse">
            <a:avLst/>
          </a:prstGeom>
          <a:ln w="12700">
            <a:solidFill>
              <a:srgbClr val="E0457B">
                <a:alpha val="2100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KEY TAKEAWAY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6888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Rehearse all seven interview scenarios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206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C3B2"/>
                </a:solidFill>
              </a:rPr>
              <a:t>Program complete → job-ready as an IAM &amp; Cloud Security Engineer 🎯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IAM &amp; Cloud Security Engineer — Zero to Hero  ·  Build first, certify second  ·  One identity spine: Wisła Bank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M Cloud Security">
  <a:themeElements>
    <a:clrScheme name="IAM Cloud Security">
      <a:dk1>
        <a:srgbClr val="0A1A3F"/>
      </a:dk1>
      <a:lt1>
        <a:srgbClr val="FFFFFF"/>
      </a:lt1>
      <a:dk2>
        <a:srgbClr val="14264F"/>
      </a:dk2>
      <a:lt2>
        <a:srgbClr val="EEF3FB"/>
      </a:lt2>
      <a:accent1>
        <a:srgbClr val="2FA6E0"/>
      </a:accent1>
      <a:accent2>
        <a:srgbClr val="1766C4"/>
      </a:accent2>
      <a:accent3>
        <a:srgbClr val="17C3B2"/>
      </a:accent3>
      <a:accent4>
        <a:srgbClr val="F6A31A"/>
      </a:accent4>
      <a:accent5>
        <a:srgbClr val="E0457B"/>
      </a:accent5>
      <a:accent6>
        <a:srgbClr val="6C7A9C"/>
      </a:accent6>
      <a:hlink>
        <a:srgbClr val="2FA6E0"/>
      </a:hlink>
      <a:folHlink>
        <a:srgbClr val="17C3B2"/>
      </a:folHlink>
    </a:clrScheme>
    <a:fontScheme name="IAM Cloud Security">
      <a:majorFont>
        <a:latin typeface="Century Schoolboo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IAM and Cloud Security Engineer Program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32 — Interview Preparation &amp; Job Search</dc:title>
  <dc:subject>PptxGenJS Presentation</dc:subject>
  <dc:creator>Stephen Omowumi</dc:creator>
  <cp:lastModifiedBy>Stephen Omowumi</cp:lastModifiedBy>
  <cp:revision>1</cp:revision>
  <dcterms:created xsi:type="dcterms:W3CDTF">2026-10-06T20:24:44Z</dcterms:created>
  <dcterms:modified xsi:type="dcterms:W3CDTF">2026-10-06T20:24:44Z</dcterms:modified>
</cp:coreProperties>
</file>