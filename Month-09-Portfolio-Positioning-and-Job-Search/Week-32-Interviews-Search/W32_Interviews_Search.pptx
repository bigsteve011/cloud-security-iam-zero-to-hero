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32: Interview Preparation &amp; Job Search. Part of Month 9 (Portfolio, Positioning &amp; Job Search). Flagship project P0 (portfolio-site).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E045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E0457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E0457B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0457B"/>
                </a:solidFill>
              </a:rPr>
              <a:t>WEEK 32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Interview Preparation &amp; Job Search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9 · PORTFOLIO, POSITIONING &amp; JOB 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Jun–Jul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System-design interviews using your projects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Behavioural and audit/compliance crossover questions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Tailoring applications to Kraków employers (banks, fintech, Big 4, Okta/MS/AWS partners)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Negotiation and the first-90-days story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 sustainable ongoing-learning plan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Rehearse all seven interview scenarios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Tailor CV and applications to target roles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Run two mock system-design interviews per week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Launch the job search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Scenario bank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The seven scenarios map 1:1 to P1–P7 — rehearse until fluent.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Crossover edge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Audit + engineering + AI identity is rare; lead with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Targeting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Regulated Kraków employers value DORA/NIS2-aware identity engineers.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90-day story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What you'd secure, inventory and automate in your first quarter.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Interviews &amp; Search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Rehearse scenarios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Tailor CV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Apply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Mock interviews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Offers + negotiate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Interview Readiness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Peer / AI mock interviews + LinkedIn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h/week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Rehearse the seven scenarios tied to P1–P7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Tailor the CV and LinkedIn to IAM / Cloud Security Engineer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a target-employer list (Kraków banks, fintech, Big 4, partners)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two mock system-design interviews each week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Prepare a first-90-days plan for a named target role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Apply and track in a pipeline sheet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Tailored CV, rehearsed scenario answers, a tracked application pipeline and a first-90-days plan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P0: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portfolio-site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All 7 scenarios fluent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CV tailored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2 mock interviews/week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Applications submitted + tracked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457B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would you do in your first 90 days as our IAM engineer?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Days 1–30: inventory identities (human + NHI), map current access and quick wins (MFA gaps, standing admin). Days 31–60: close top risks — phishing-resistant MFA for admins, PIM/JIT, kill legacy auth. Days 61–90: automate JML and access reviews, stand up detections, and report progress mapped to the control framework.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FLAGSHIP PROJECT · P0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Portfolio Site &amp; Case Studies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job-ready finish: a portfolio site with one case study per flagship project, demo videos, polished READMEs, interview rehearsal and a targeted Kraków job search.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Pages portfolio: 'Steve — Identity &amp; Cloud Security Engineer'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One case-study page per project: problem → architecture → build → results → mapping → lessons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3–5 minute demo video for P2, P5 and P7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Six repos pinned with a consistent README template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Four LinkedIn/blog posts (P3, P5, P6, P7)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Mock system-design interviews and a target-employer list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Positioning: engineering + audit + AI identity — a rare combination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Evidence-first portfolio: every claim backed by a repo and a demo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E0457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E0457B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E0457B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all seven interview scenarios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33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32 — Interview Preparation &amp; Job Search</dc:title>
  <dc:subject>PptxGenJS Presentation</dc:subject>
  <dc:creator>Stephen Omowumi</dc:creator>
  <cp:lastModifiedBy>Stephen Omowumi</cp:lastModifiedBy>
  <cp:revision>1</cp:revision>
  <dcterms:created xsi:type="dcterms:W3CDTF">2026-10-06T20:15:14Z</dcterms:created>
  <dcterms:modified xsi:type="dcterms:W3CDTF">2026-10-06T20:15:14Z</dcterms:modified>
</cp:coreProperties>
</file>