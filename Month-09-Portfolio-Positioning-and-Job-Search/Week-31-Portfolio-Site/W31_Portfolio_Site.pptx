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31: Portfolio Site &amp; Case Studies. Part of Month 9 (Portfolio, Positioning &amp; Job Search). Flagship project P0 (portfolio-site).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E045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E0457B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E0457B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0457B"/>
                </a:solidFill>
              </a:rPr>
              <a:t>WEEK 31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Portfolio Site &amp; Case Studies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9 · PORTFOLIO, POSITIONING &amp; JOB SEARCH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Jun–Jul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Positioning statement and target roles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Case-study structure that hiring managers scan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GitHub Pages site build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Consistent README template across six repos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Diagrams and demo-video production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Publish the portfolio site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six case studies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Record three demo videos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Pin and polish all repos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Positioning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One sentence: who you are and the value you bring. Everything supports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Case study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Problem → architecture → what you built → results → mapping → lessons.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Evidence-first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Every claim links to a repo, diagram or video. No unverifiable bullets.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Consistency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One README template; a reviewer learns to read all six fast.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Portfolio Site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Positioning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Case studies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Site build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Demo videos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Pin repos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the Portfolio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GitHub Pages + your six repos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6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Draft the positioning statement and target-role 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one case-study page per project using the template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Build the GitHub Pages site and link each repo + video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Record 3–5 minute demos for P2, P5 and P7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Apply the README template to all six repos and pin them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Publish and share the site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Live portfolio site, six case studies, three demo videos and six pinned repos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P0: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portfolio-site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Site live on GitHub Pages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Six case studies published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Three demos recorded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Repos pinned + consistent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457B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Walk me through your strongest project in two minutes.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Lead with P7: the business problem (agents acting for employees under DORA/EU AI Act), the architecture (agent identity + MCP + PEP), what you built, how the red-team proved the identity control blocks injection, and the ISO 42001 mapping — then offer to go deeper on any layer.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FLAGSHIP PROJECT · P0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Portfolio Site &amp; Case Studies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The job-ready finish: a portfolio site with one case study per flagship project, demo videos, polished READMEs, interview rehearsal and a targeted Kraków job search.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Pages portfolio: 'Steve — Identity &amp; Cloud Security Engineer'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One case-study page per project: problem → architecture → build → results → mapping → lessons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3–5 minute demo video for P2, P5 and P7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Six repos pinned with a consistent README template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Four LinkedIn/blog posts (P3, P5, P6, P7)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Mock system-design interviews and a target-employer list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Positioning: engineering + audit + AI identity — a rare combination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Evidence-first portfolio: every claim backed by a repo and a demo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E0457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E0457B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E0457B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Publish the portfolio site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32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31 — Portfolio Site &amp; Case Studies</dc:title>
  <dc:subject>PptxGenJS Presentation</dc:subject>
  <dc:creator>Stephen Omowumi</dc:creator>
  <cp:lastModifiedBy>Stephen Omowumi</cp:lastModifiedBy>
  <cp:revision>1</cp:revision>
  <dcterms:created xsi:type="dcterms:W3CDTF">2026-10-06T20:15:14Z</dcterms:created>
  <dcterms:modified xsi:type="dcterms:W3CDTF">2026-10-06T20:15:14Z</dcterms:modified>
</cp:coreProperties>
</file>