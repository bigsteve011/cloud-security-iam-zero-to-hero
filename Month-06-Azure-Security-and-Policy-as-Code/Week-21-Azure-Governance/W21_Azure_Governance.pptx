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21: Azure Governance: Management Groups &amp; Azure Policy. Part of Month 6 (Azure Security &amp; Policy-as-Code). Flagship project P4b (secure-landing-zone).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2FA6E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2FA6E0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2FA6E0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A6E0"/>
                </a:solidFill>
              </a:rPr>
              <a:t>WEEK 21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Azure Governance: Management Groups &amp; Azure Policy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6 · AZURE SECURITY &amp; POLICY-AS-CODE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Mar–Apr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Management groups, subscriptions and the governance hierarchy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Azure Policy: definitions, initiatives, effects (deny, audit, deployIfNotExists)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Azure RBAC vs Azure Policy — different jobs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Landing-zone concepts (Azure Landing Zone / CAF)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Blueprints vs Terraform for governance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Build a management-group hierarchy as code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Write deny and audit policies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RBAC vs Policy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6E0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Remediate non-compliant resources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2FA6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Management group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Container above subscriptions where policy and RBAC inherit down.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2FA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Initiative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 named set of policies assigned together and reported as one score.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2FA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deployIfNotExists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Policy that auto-deploys a missing control (e.g. a diagnostic setting).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2FA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RBAC vs Policy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RBAC = who can act; Policy = what resources may exist.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Azure Governance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Tenant root MG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Platform + Landing-zone MGs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Subscriptions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2FA6E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Initiatives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2FA6E0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Compliance score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Management Groups + Policy-as-Code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Azure free/dev subscription + Microsoft Learn SC-500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2FA6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4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the MG hierarchy in Terraform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"azurerm_management_group" "platform" { display_name = "Platform" parent_management_group_id = azurerm_management_group.root.id 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policies: EU-only regions, require encryption, deny public IP, require tags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Bundle them into an initiative and assign at the MG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Trigger remediation for an existing non-compliant resource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Review the compliance score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policy state summarize --management-group wisla-root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Complete the SC-500 governance module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P4 Azure: management-groups/ + policy/ Terraform and a compliance-score screenshot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P4b: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secure-landing-zone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MG hierarchy as 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Public IP denied by policy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Remediation task runs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Initiative assigned at MG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2FA6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A6E0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Azure RBAC vs Azure Policy — when do you use each?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RBAC controls who can perform actions on resources; Policy controls which resources and configurations are allowed to exist and can audit or auto-remediate. You need both: RBAC for access, Policy for guardrails.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E0"/>
                </a:solidFill>
              </a:rPr>
              <a:t>FLAGSHIP PROJECT · P4b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Secure Multi-Cloud Landing Zone (Part 2: Azure)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The Azure half of the landing zone: management groups, Azure Policy initiatives, Defender for Cloud, Key Vault and a unified cross-cloud compliance dashboard mapped to ISO 27001, NIS2 and DORA.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Management-group hierarchy with Azure Policy initiatives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Policy-as-code: EU-only regions, encryption required, no public IPs, mandatory tags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Defender for Cloud plans enabled with CSPM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Key Vault with RBAC + private endpoints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Workload identity federation for pipelines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2FA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Unified dashboard: AWS Security Hub + Azure Defender findings mapped to controls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Configuration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Risk-management measures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6–9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risk-management framework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SC-500 Cloud &amp; AI Security (optional)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2FA6E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2FA6E0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2FA6E0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a management-group hierarchy as code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21 — Azure Governance: Management Groups &amp; Azure Policy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