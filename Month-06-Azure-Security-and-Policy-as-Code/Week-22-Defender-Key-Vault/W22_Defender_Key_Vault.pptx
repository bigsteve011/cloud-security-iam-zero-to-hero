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22: Defender for Cloud, Key Vault &amp; Network Security. Part of Month 6 (Azure Security &amp; Policy-as-Code). Flagship project P4b (secure-landing-zone).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2FA6E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2FA6E0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2FA6E0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A6E0"/>
                </a:solidFill>
              </a:rPr>
              <a:t>WEEK 22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Defender for Cloud, Key Vault &amp; Network Security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6 · AZURE SECURITY &amp; POLICY-AS-CODE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Mar–Apr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Defender for Cloud: CSPM, secure score and workload protection plans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Key Vault: RBAC model, soft-delete, purge protection, private endpoints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NSGs, Azure Firewall and Private Link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Microsoft Sentinel basics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Workload identity federation for keyless pipelines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Enable Defender plans and read the secure score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Harden Key Vault with RBAC and private endpoints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Federate a pipeline with workload identity (no secrets)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Connect findings to Sentinel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Secure score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Defender's prioritised posture metric. Track it over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Purge protection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Prevents permanent deletion of keys within the retention window.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Workload identity federation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Azure trusts a GitHub/K8s OIDC token — no client secret.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Private endpoint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Brings a PaaS service onto your VNet with a private IP.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Defender &amp; Key Vault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Enable Defender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Secure score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Harden Key Vault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Private endpoints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Findings → Sentinel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Defender + Key Vault Hardening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Azure + AzureGoat (defensive) + Microsoft Learn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4.5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Enable Defender for Cloud plans on the subscription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 Key Vault with RBAC, soft-delete and purge protection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keyvault create -n wisla-kv -g rg-wisla --enable-rbac-authorization --enable-purge-protection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a private endpoint and disable public network access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Configure GitHub workload identity federation to Azure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Deploy AzureGoat and use it to understand misconfigurations, then write Defender recommendations to fix each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Stream Defender findings into Sentinel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P4 Azure: key-vault/ + defender/ Terraform, secure-score note and a hardening checklist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P4b: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secure-landing-zone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Defender plans 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Key Vault private + purge-protected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Pipeline has no stored secret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Findings in Sentinel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A6E0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do you give a CI pipeline access to Azure without storing a secret?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Workload identity federation: register a federated credential on an app/managed identity trusting the pipeline's OIDC issuer and subject; the pipeline exchanges its OIDC token for an Azure token at runtime. No client secret exists to leak.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FLAGSHIP PROJECT · P4b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Multi-Cloud Landing Zone (Part 2: Azure)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The Azure half of the landing zone: management groups, Azure Policy initiatives, Defender for Cloud, Key Vault and a unified cross-cloud compliance dashboard mapped to ISO 27001, NIS2 and DORA.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Management-group hierarchy with Azure Policy initiatives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Policy-as-code: EU-only regions, encryption required, no public IPs, mandatory tags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Defender for Cloud plans enabled with CSPM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Key Vault with RBAC + private endpoints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Workload identity federation for pipelines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Unified dashboard: AWS Security Hub + Azure Defender findings mapped to controls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Configuration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Risk-management measures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6–9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risk-management framework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SC-500 Cloud &amp; AI Security (optional)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2FA6E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2FA6E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2FA6E0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Enable Defender plans and read the secure score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22 — Defender for Cloud, Key Vault &amp; Network Security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