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23: Unified Multi-Cloud Compliance Dashboard → SC-500. Part of Month 6 (Azure Security &amp; Policy-as-Code). Flagship project P4b (secure-landing-zone).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2FA6E0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2FA6E0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2FA6E0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A6E0"/>
                </a:solidFill>
              </a:rPr>
              <a:t>WEEK 23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Unified Multi-Cloud Compliance Dashboard → SC-500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6 · AZURE SECURITY &amp; POLICY-AS-CODE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Mar–Apr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Normalising AWS Security Hub and Azure Defender findings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Mapping findings to ISO 27001 / NIS2 / DORA controls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Building a single posture view across clouds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Evidence and reporting for auditors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SC-500 exam strategy (optional cert)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Pull findings from both clouds into one dataset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Map each finding to a control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Render a unified dashboard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Finish the P4 landing-zone capstone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Normalisation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Different schemas → one common finding model (resource, severity, control).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Control mapping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Each finding traced to ISO/NIS2/DORA — the differentiator few engineers show.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Single pane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One posture view beats two consoles for leadership and audit.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Traceability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Every guardrail links to a requirement; every finding links to a control.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Unified Dashboard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AWS findings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Azure findings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Normalise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Map to controls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Dashboard + report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Cross-Cloud Compliance 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Python + AWS + Azure APIs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Pull Security Hub findings via boto3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securityhub get-findings --max-results 100 &gt; aws-findings.json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Pull Defender findings via the Azure SDK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Normalise both into one schema and map to controls (controls.yaml)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Render an HTML dashboard with per-control pass/fail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Generate an auditor evidence export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Optionally sit SC-500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P4 complete: one landing zone, two clouds, one identity source — README with full control mapping and a LinkedIn post; SC-500 optional 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P4b: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secure-landing-zone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Findings from both clouds in one view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Each finding mapped to a control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Evidence export works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P4 pinned on GitHub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A6E0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do you prove multi-cloud compliance to an auditor?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A normalised findings model mapped to the control framework, a dashboard showing per-control status, timestamped evidence exports with scope statements, and traceability from each guardrail (SCP/Azure Policy) back to the requirement it satisfies.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FLAGSHIP PROJECT · P4b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Secure Multi-Cloud Landing Zone (Part 2: Azure)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The Azure half of the landing zone: management groups, Azure Policy initiatives, Defender for Cloud, Key Vault and a unified cross-cloud compliance dashboard mapped to ISO 27001, NIS2 and DORA.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Management-group hierarchy with Azure Policy initiatives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Policy-as-code: EU-only regions, encryption required, no public IPs, mandatory tags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Defender for Cloud plans enabled with CSPM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Key Vault with RBAC + private endpoints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Workload identity federation for pipelines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Unified dashboard: AWS Security Hub + Azure Defender findings mapped to controls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Configuration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Risk-management measures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6–9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ICT risk-management framework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SC-500 Cloud &amp; AI Security (optional)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2FA6E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2FA6E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2FA6E0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Pull findings from both clouds into one dataset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24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23 — Unified Multi-Cloud Compliance Dashboard → SC-500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