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26: Identity Attack Techniques &amp; MITRE ATT&amp;CK. Part of Month 7 (Workload Identity, Kubernetes &amp; Identity Threat Detection). Flagship project P6 (zero-static-secrets + identity-detection-pack).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26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Attack Techniques &amp; MITRE ATT&amp;CK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7 · WORKLOAD IDENTITY, KUBERNETES &amp; IDENTITY THREAT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Apr–May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Identity-centric techniques: token theft, MFA fatigue, consent phishing, OAuth app abuse, Golden SAML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AWS and Entra privilege-escalation patterns (defender's view)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MITRE ATT&amp;CK identity techniques and mapping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Attack-path analysis with BloodHound / AzureHound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Turning techniques into detections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Map common identity attacks to ATT&amp;CK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each technique's telemetry footprint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Use BloodHound to find and close attack paths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Translate a technique into a detection requirement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MFA fatigue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Repeated push prompts until the user approves. Fix: number matching, limits.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Consent phishing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Trick a user into consenting a malicious OAuth app. Fix: app governance, admin consent.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Golden SAML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Forged assertions from a stolen IdP key. Fix: protect/rotate signing keys, detect anomalies.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ATT&amp;CK mapping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Each detection cites a technique ID — shared language with the SOC.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Attacks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Technique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Telemetry source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Detection logic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ATT&amp;CK 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Response playbook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Attack-Path Analysis &amp; Detection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Lab AD + BloodHound + Pwned Labs (defensive)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SharpHound/AzureHound and import into BloodHound 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Identify the shortest paths to Tier 0 and document how to cut each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For 6 techniques, record the log source and the signal they produce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Map each to its ATT&amp;CK technique 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a Pwned Labs identity lab from the defender's perspective and note detections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Draft detection requirements for the pack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P6: an ATT&amp;CK-mapped technique catalogue and attack-path remediation notes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P6: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zero-static-secrets + identity-detection-pack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Paths to Tier 0 documented + mitigations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6 techniques mapped to telemetry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ATT&amp;CK IDs recorded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Detection requirements drafted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would you detect consent phishing in Entra ID?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Monitor audit logs for new OAuth app consents, especially user-consented apps requesting high-value scopes (Mail.Read, Files.Read.All); alert on first-seen publishers, restrict user consent to verified/low-risk apps, require admin consent for sensitive scopes, and review app governance recommendations.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Zero-Static-Secrets &amp; Identity Threat Detection Pack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demo workload on EKS/AKS where CI/CD, pods and functions authenticate with zero long-lived credentials, plus a pack of twelve identity detections mapped to MITRE ATT&amp;CK with reproduction steps and response playbooks.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Demo app on EKS/AKS (or kind) with zero long-lived credentials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OIDC, EKS Pod Identity/IRSA and Azure workload identity federation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Secrets scanner proving no static secrets exist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Vault dynamic secrets for the one unavoidable legacy case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12 identity detections (KQL + Sigma + CloudTrail) with ATT&amp;CK mapping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Per-detection: reproduction steps, sample logs, FP/TP notes, response playbook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21(2)(i)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asset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10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Detection of anomalous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Map common identity attacks to ATT&amp;CK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26 — Identity Attack Techniques &amp; MITRE ATT&amp;CK</dc:title>
  <dc:subject>PptxGenJS Presentation</dc:subject>
  <dc:creator>Stephen Omowumi</dc:creator>
  <cp:lastModifiedBy>Stephen Omowumi</cp:lastModifiedBy>
  <cp:revision>1</cp:revision>
  <dcterms:created xsi:type="dcterms:W3CDTF">2026-10-06T20:15:14Z</dcterms:created>
  <dcterms:modified xsi:type="dcterms:W3CDTF">2026-10-06T20:15:14Z</dcterms:modified>
</cp:coreProperties>
</file>