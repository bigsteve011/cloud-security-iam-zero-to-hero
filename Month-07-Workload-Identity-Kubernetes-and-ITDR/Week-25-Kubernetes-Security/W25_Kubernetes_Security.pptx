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25: Kubernetes Security: RBAC, Pod Security &amp; Admission Control. Part of Month 7 (Workload Identity, Kubernetes &amp; Identity Threat Detection). Flagship project P6 (zero-static-secrets + identity-detection-pack).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1766C4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1766C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1766C4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766C4"/>
                </a:solidFill>
              </a:rPr>
              <a:t>WEEK 25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Kubernetes Security: RBAC, Pod Security &amp; Admission Control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7 · WORKLOAD IDENTITY, KUBERNETES &amp; IDENTITY THREAT DETECTION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Apr–May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Kubernetes RBAC: roles, bindings, service accounts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Pod Security Standards (restricted/baseline)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Admission control with Kyverno / OPA Gatekeeper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Secrets handling and the zero-static-secrets pattern in-cluster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Network policies and workload isolation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Lock down cluster RBAC to least privilege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Enforce Pod Security Standards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Write Kyverno policies that block risky pods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Prove no static secrets exist in-cluster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6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Cluster RBAC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Bind the narrowest role to each service account; avoid cluster-admin.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6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0196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Pod Security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restricted blocks privileged pods, host mounts and root by default.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6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Admission control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Kyverno/Gatekeeper reject non-compliant manifests at apply time.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6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196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Network policy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Default-deny, then allow only required pod-to-pod traffic.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Kubernetes Security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Manifest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Admission (Kyverno)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RBAC check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Pod Security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Network policy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Harden the Cluster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6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kind/EKS + Kyverno + KodeKloud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66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5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Audit current RBAC and remove wildcard permissions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22585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22585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clusterrolebindings -o json | jq '.items[] | select(.roleRef.name=="cluster-admin")'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926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Apply the restricted Pod Security Standard to a namespace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0" y="29443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93408" y="29443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label ns wisla-app pod-security.kubernetes.io/enforce=restricted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3611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Install Kyverno and block privileged + :latest image pods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4297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Add a default-deny NetworkPolicy, then allow required flows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4983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Run a secrets scanner over manifests and the cluster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0" y="50017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93408" y="50017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secrets -A &amp;&amp; trivy k8s --report summary cluster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Complete a KodeKloud K8s security lab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P6: k8s-security/ Kyverno policies, RBAC audit and a scanner report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P6: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zero-static-secrets + identity-detection-pack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377440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0528" y="23774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No cluster-admin bindings for apps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182112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0528" y="318211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Restricted PSS enforced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986784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398678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Kyverno blocks a bad pod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791456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0528" y="47914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Scanner finds no static secrets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176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66C4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How do you stop a compromised pod becoming a cluster compromise?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Least-privilege RBAC and service accounts, restricted Pod Security, default-deny network policies, no node/host mounts, short-lived workload identity instead of stored secrets, admission control, and runtime detection on anomalous API calls.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FLAGSHIP PROJECT · P6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Zero-Static-Secrets &amp; Identity Threat Detection Pack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A demo workload on EKS/AKS where CI/CD, pods and functions authenticate with zero long-lived credentials, plus a pack of twelve identity detections mapped to MITRE ATT&amp;CK with reproduction steps and response playbooks.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80944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Demo app on EKS/AKS (or kind) with zero long-lived credentials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547872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GitHub OIDC, EKS Pod Identity/IRSA and Azure workload identity federation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Secrets scanner proving no static secrets exist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681728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Vault dynamic secrets for the one unavoidable legacy case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248656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12 identity detections (KQL + Sigma + CloudTrail) with ATT&amp;CK mapping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815584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Per-detection: reproduction steps, sample logs, FP/TP notes, response playbook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A.8.5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Secure authentication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A.8.16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Monitoring activities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21(2)(i)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control and asset management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10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Detection of anomalous activities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1766C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1766C4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1766C4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Lock down cluster RBAC to least privilege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26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25 — Kubernetes Security: RBAC, Pod Security &amp; Admission Control</dc:title>
  <dc:subject>PptxGenJS Presentation</dc:subject>
  <dc:creator>Stephen Omowumi</dc:creator>
  <cp:lastModifiedBy>Stephen Omowumi</cp:lastModifiedBy>
  <cp:revision>1</cp:revision>
  <dcterms:created xsi:type="dcterms:W3CDTF">2026-10-06T20:15:13Z</dcterms:created>
  <dcterms:modified xsi:type="dcterms:W3CDTF">2026-10-06T20:15:13Z</dcterms:modified>
</cp:coreProperties>
</file>