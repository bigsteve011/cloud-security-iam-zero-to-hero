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25: Kubernetes Security: RBAC, Pod Security &amp; Admission Control. Part of Month 7 (Workload Identity, Kubernetes &amp; Identity Threat Detection). Flagship project P6 (zero-static-secrets + identity-detection-pack).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3F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463040"/>
            <a:ext cx="4206240" cy="4206240"/>
          </a:xfrm>
          <a:prstGeom prst="ellipse">
            <a:avLst/>
          </a:prstGeom>
          <a:ln w="12700">
            <a:solidFill>
              <a:srgbClr val="1766C4">
                <a:alpha val="5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ln w="12700">
            <a:solidFill>
              <a:srgbClr val="1766C4">
                <a:alpha val="3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0" y="-1645920"/>
            <a:ext cx="5303520" cy="5303520"/>
          </a:xfrm>
          <a:prstGeom prst="ellipse">
            <a:avLst/>
          </a:prstGeom>
          <a:ln w="12700">
            <a:solidFill>
              <a:srgbClr val="1766C4">
                <a:alpha val="2600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🔐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1766C4"/>
                </a:solidFill>
              </a:rPr>
              <a:t>WEEK 25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71800"/>
            <a:ext cx="89611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Kubernetes Security: RBAC, Pod Security &amp; Admission Control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4800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MONTH 7 · WORKLOAD IDENTITY, KUBERNETES &amp; IDENTITY THREAT DETECTION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2120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C2E6"/>
                </a:solidFill>
              </a:rPr>
              <a:t>IAM &amp; Cloud Security Engineer — Zero to Hero</a:t>
            </a:r>
            <a:pPr indent="0" marL="0">
              <a:buNone/>
            </a:pPr>
            <a:r>
              <a:rPr lang="en-US" sz="1300" dirty="0">
                <a:solidFill>
                  <a:srgbClr val="6C7A9C"/>
                </a:solidFill>
              </a:rPr>
              <a:t>   ·   Apr–May 2027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Continuity case study: Wisła Bank (EU bank · hybrid AD · Entra ID · Okta · AWS + Azure · AI agents)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SESSION 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we cover this week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Kubernetes RBAC: roles, bindings, service accounts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Pod Security Standards (restricted/baseline)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465576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13232" y="3465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3282696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Admission control with Kyverno / OPA Gatekeeper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17920" y="1600200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82512" y="1783080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82512" y="17830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876288" y="1600200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Secrets handling and the zero-static-secrets pattern in-cluster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217920" y="2441448"/>
            <a:ext cx="5394960" cy="713232"/>
          </a:xfrm>
          <a:prstGeom prst="roundRect">
            <a:avLst>
              <a:gd name="adj" fmla="val 7692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382512" y="2624328"/>
            <a:ext cx="347472" cy="347472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82512" y="26243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876288" y="2441448"/>
            <a:ext cx="4572000" cy="713232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4324D"/>
                </a:solidFill>
              </a:rPr>
              <a:t>Network policies and workload isolation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LEARNING OBJECTIVES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By the end of this week you can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6459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Lock down cluster RBAC to least privilege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3957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603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Enforce Pod Security Standards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33101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4747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34747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Write Kyverno policies that block risky pods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1234440" y="4224528"/>
            <a:ext cx="10149840" cy="0"/>
          </a:xfrm>
          <a:prstGeom prst="line">
            <a:avLst/>
          </a:prstGeom>
          <a:noFill/>
          <a:ln w="12700">
            <a:solidFill>
              <a:srgbClr val="D6E0F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389120"/>
            <a:ext cx="502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766C4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4389120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4324D"/>
                </a:solidFill>
              </a:rPr>
              <a:t>Prove no static secrets exist in-cluster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CORE CONCEPTS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ideas that matter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24028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5214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Cluster RBAC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5953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Bind the narrowest role to each service account; avoid cluster-admin.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98424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01968" y="224028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2864" y="21305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Pod Security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620256" y="264261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restricted blocks privileged pods, host mounts and root by default.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1248" y="434340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5214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Admission control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5953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Kyverno/Gatekeeper reject non-compliant manifests at apply time.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309360" y="4087368"/>
            <a:ext cx="544068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5875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01968" y="4343400"/>
            <a:ext cx="182880" cy="182880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12864" y="423367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A3F"/>
                </a:solidFill>
              </a:rPr>
              <a:t>Network policy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620256" y="4745736"/>
            <a:ext cx="489204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4324D"/>
                </a:solidFill>
              </a:rPr>
              <a:t>Default-deny, then allow only required pod-to-pod traffic.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HOW IT FITS TOGETHER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Kubernetes Security — the 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40080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Manifest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414016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9" name="Shape 7"/>
          <p:cNvSpPr/>
          <p:nvPr/>
        </p:nvSpPr>
        <p:spPr>
          <a:xfrm>
            <a:off x="2862072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2953512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35224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Admission (Kyverno)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27448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3" name="Shape 11"/>
          <p:cNvSpPr/>
          <p:nvPr/>
        </p:nvSpPr>
        <p:spPr>
          <a:xfrm>
            <a:off x="5175504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266944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48656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RBAC check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040880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88936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EEF3FB"/>
          </a:solidFill>
          <a:ln w="19050">
            <a:solidFill>
              <a:srgbClr val="1766C4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0376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66C4"/>
                </a:solidFill>
              </a:rPr>
              <a:t>4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1A3F"/>
                </a:solidFill>
              </a:rPr>
              <a:t>Pod Security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354312" y="3538728"/>
            <a:ext cx="384048" cy="329184"/>
          </a:xfrm>
          <a:prstGeom prst="chevron">
            <a:avLst/>
          </a:prstGeom>
          <a:solidFill>
            <a:srgbClr val="1766C4"/>
          </a:solidFill>
          <a:ln/>
        </p:spPr>
      </p:sp>
      <p:sp>
        <p:nvSpPr>
          <p:cNvPr id="21" name="Shape 19"/>
          <p:cNvSpPr/>
          <p:nvPr/>
        </p:nvSpPr>
        <p:spPr>
          <a:xfrm>
            <a:off x="9802368" y="3017520"/>
            <a:ext cx="1810512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9050">
            <a:solidFill>
              <a:srgbClr val="0A1A3F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9893808" y="309067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6E0"/>
                </a:solidFill>
              </a:rPr>
              <a:t>5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875520" y="3291840"/>
            <a:ext cx="1664208" cy="10058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</a:rPr>
              <a:t>Network policy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C"/>
                </a:solidFill>
              </a:rPr>
              <a:t>Each stage is a control point — identity is verified, scoped and logged before the next step runs.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🔨 HANDS-ON LAB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Harden the Cluster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PLATFORM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kind/EKS + Kyverno + KodeKloud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86400" cy="502920"/>
          </a:xfrm>
          <a:prstGeom prst="roundRect">
            <a:avLst>
              <a:gd name="adj" fmla="val 18182"/>
            </a:avLst>
          </a:prstGeom>
          <a:solidFill>
            <a:srgbClr val="14264F"/>
          </a:solidFill>
          <a:ln w="12700">
            <a:solidFill>
              <a:srgbClr val="1766C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463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FA6E0"/>
                </a:solidFill>
              </a:rPr>
              <a:t>EST. TIME  </a:t>
            </a:r>
            <a:pPr indent="0" marL="0">
              <a:buNone/>
            </a:pPr>
            <a:r>
              <a:rPr lang="en-US" sz="1100" dirty="0">
                <a:solidFill>
                  <a:srgbClr val="D6E3F7"/>
                </a:solidFill>
              </a:rPr>
              <a:t>5 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76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276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402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Audit current RBAC and remove wildcard permissions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583680" y="22585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22585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clusterrolebindings -o json | jq '.items[] | select(.roleRef.name=="cluster-admin")'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4360" y="29626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Apply the restricted Pod Security Standard to a namespace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0" y="29443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9443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label ns wisla-app pod-security.kubernetes.io/enforce=restricted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4360" y="36484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36118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Install Kyverno and block privileged + :latest image pods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94360" y="43342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43342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42976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Add a default-deny NetworkPolicy, then allow required flows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94360" y="50200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50200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9834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Run a secrets scanner over manifests and the cluster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0" y="5001768"/>
            <a:ext cx="5029200" cy="576072"/>
          </a:xfrm>
          <a:prstGeom prst="roundRect">
            <a:avLst>
              <a:gd name="adj" fmla="val 6349"/>
            </a:avLst>
          </a:prstGeom>
          <a:solidFill>
            <a:srgbClr val="061233"/>
          </a:solidFill>
          <a:ln w="12700">
            <a:solidFill>
              <a:srgbClr val="1E356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93408" y="5001768"/>
            <a:ext cx="4846320" cy="5760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E0C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kubectl get secrets -A &amp;&amp; trivy k8s --report summary cluster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94360" y="5705856"/>
            <a:ext cx="310896" cy="310896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94360" y="5705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566928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Complete a KodeKloud K8s security lab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PROVE 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Deliverable &amp; done-checklist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EEF3FB"/>
          </a:solidFill>
          <a:ln w="12700">
            <a:solidFill>
              <a:srgbClr val="D6E0F0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F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📦  Deliverable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31720"/>
            <a:ext cx="5029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24324D"/>
                </a:solidFill>
              </a:rPr>
              <a:t>P6: k8s-security/ Kyverno policies, RBAC audit and a scanner report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937760"/>
            <a:ext cx="5029200" cy="685800"/>
          </a:xfrm>
          <a:prstGeom prst="roundRect">
            <a:avLst>
              <a:gd name="adj" fmla="val 8000"/>
            </a:avLst>
          </a:prstGeom>
          <a:solidFill>
            <a:srgbClr val="0A1A3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493776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FA6E0"/>
                </a:solidFill>
              </a:rPr>
              <a:t>Feeds → P6: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zero-static-secrets + identity-detection-pack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1A3F"/>
                </a:solidFill>
              </a:rPr>
              <a:t>✅  Done when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2377440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01968" y="2560320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0196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2377440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No cluster-admin bindings for apps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3182112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01968" y="3364992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601968" y="3364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3182112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Restricted PSS enforced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3986784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1968" y="4169664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601968" y="4169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986784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Kyverno blocks a bad pod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0" y="4791456"/>
            <a:ext cx="5212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6E0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01968" y="4974336"/>
            <a:ext cx="310896" cy="310896"/>
          </a:xfrm>
          <a:prstGeom prst="ellipse">
            <a:avLst/>
          </a:prstGeom>
          <a:solidFill>
            <a:srgbClr val="17C3B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4974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49440" y="4791456"/>
            <a:ext cx="4572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24D"/>
                </a:solidFill>
              </a:rPr>
              <a:t>Scanner finds no static secrets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🎤 INTERVIEW DRILL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0467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Rehearse the answer out loud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0A1A3F"/>
          </a:solidFill>
          <a:ln w="15875">
            <a:solidFill>
              <a:srgbClr val="1766C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640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766C4"/>
                </a:solidFill>
              </a:rPr>
              <a:t>Q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1554480" y="1920240"/>
            <a:ext cx="9875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How do you stop a compromised pod becoming a cluster compromise?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0E2048"/>
          </a:solidFill>
          <a:ln w="15875">
            <a:solidFill>
              <a:srgbClr val="17C3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204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7C3B2"/>
                </a:solidFill>
              </a:rPr>
              <a:t>A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3566160"/>
            <a:ext cx="9875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CE7FA"/>
                </a:solidFill>
              </a:rPr>
              <a:t>Least-privilege RBAC and service accounts, restricted Pod Security, default-deny network policies, no node/host mounts, short-lived workload identity instead of stored secrets, admission control, and runtime detection on anomalous API calls.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766C4"/>
                </a:solidFill>
              </a:rPr>
              <a:t>FLAGSHIP PROJECT · P6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1A3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Zero-Static-Secrets &amp; Identity Threat Detection Pack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3840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6C7A9C"/>
                </a:solidFill>
              </a:rPr>
              <a:t>W25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5A6B8C"/>
                </a:solidFill>
              </a:rPr>
              <a:t>A demo workload on EKS/AKS where CI/CD, pods and functions authenticate with zero long-lived credentials, plus a pack of twelve identity detections mapped to MITRE ATT&amp;CK with reproduction steps and response playbooks.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What you build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" y="311810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68680" y="292608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Demo app on EKS/AKS (or kind) with zero long-lived credentials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94360" y="3685032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493008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GitHub OIDC, EKS Pod Identity/IRSA and Azure workload identity federation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4360" y="4251960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" y="4059936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Secrets scanner proving no static secrets exist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4818888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626864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Vault dynamic secrets for the one unavoidable legacy case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5385816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193792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12 identity detections (KQL + Sigma + CloudTrail) with ATT&amp;CK mapping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4360" y="5952744"/>
            <a:ext cx="146304" cy="146304"/>
          </a:xfrm>
          <a:prstGeom prst="ellipse">
            <a:avLst/>
          </a:prstGeom>
          <a:solidFill>
            <a:srgbClr val="1766C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5760720"/>
            <a:ext cx="5074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4D"/>
                </a:solidFill>
              </a:rPr>
              <a:t>Per-detection: reproduction steps, sample logs, FP/TP notes, response playbook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146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3F"/>
                </a:solidFill>
              </a:rPr>
              <a:t>Compliance mapping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926080"/>
          <a:ext cx="52120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1089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Control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Requirement</a:t>
                      </a:r>
                      <a:endParaRPr lang="en-US" sz="105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A.8.5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Secure authentication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ISO 27001:2022 A.8.16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Monitoring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NIS2 Art. 21(2)(i)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Access control and asset management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DORA Art. 10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4324D"/>
                          </a:solidFill>
                        </a:rPr>
                        <a:t>Detection of anomalous activities</a:t>
                      </a:r>
                      <a:endParaRPr lang="en-US" sz="1000" dirty="0"/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3840480" cy="3840480"/>
          </a:xfrm>
          <a:prstGeom prst="ellipse">
            <a:avLst/>
          </a:prstGeom>
          <a:ln w="12700">
            <a:solidFill>
              <a:srgbClr val="1766C4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114800"/>
            <a:ext cx="4389120" cy="4389120"/>
          </a:xfrm>
          <a:prstGeom prst="ellipse">
            <a:avLst/>
          </a:prstGeom>
          <a:ln w="12700">
            <a:solidFill>
              <a:srgbClr val="1766C4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1828800" y="4206240"/>
            <a:ext cx="4937760" cy="4937760"/>
          </a:xfrm>
          <a:prstGeom prst="ellipse">
            <a:avLst/>
          </a:prstGeom>
          <a:ln w="12700">
            <a:solidFill>
              <a:srgbClr val="1766C4">
                <a:alpha val="2100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011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A6E0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688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Lock down cluster RBAC to least privilege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C3B2"/>
                </a:solidFill>
              </a:rPr>
              <a:t>Next up → Week 26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C7A9C"/>
                </a:solidFill>
              </a:rPr>
              <a:t>IAM &amp; Cloud Security Engineer — Zero to Hero  ·  Build first, certify second  ·  One identity spine: Wisła Bank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M Cloud Security">
  <a:themeElements>
    <a:clrScheme name="IAM Cloud Security">
      <a:dk1>
        <a:srgbClr val="0A1A3F"/>
      </a:dk1>
      <a:lt1>
        <a:srgbClr val="FFFFFF"/>
      </a:lt1>
      <a:dk2>
        <a:srgbClr val="14264F"/>
      </a:dk2>
      <a:lt2>
        <a:srgbClr val="EEF3FB"/>
      </a:lt2>
      <a:accent1>
        <a:srgbClr val="2FA6E0"/>
      </a:accent1>
      <a:accent2>
        <a:srgbClr val="1766C4"/>
      </a:accent2>
      <a:accent3>
        <a:srgbClr val="17C3B2"/>
      </a:accent3>
      <a:accent4>
        <a:srgbClr val="F6A31A"/>
      </a:accent4>
      <a:accent5>
        <a:srgbClr val="E0457B"/>
      </a:accent5>
      <a:accent6>
        <a:srgbClr val="6C7A9C"/>
      </a:accent6>
      <a:hlink>
        <a:srgbClr val="2FA6E0"/>
      </a:hlink>
      <a:folHlink>
        <a:srgbClr val="17C3B2"/>
      </a:folHlink>
    </a:clrScheme>
    <a:fontScheme name="IAM Cloud Security">
      <a:majorFont>
        <a:latin typeface="Century Schoolboo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IAM and Cloud Security Engineer Program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25 — Kubernetes Security: RBAC, Pod Security &amp; Admission Control</dc:title>
  <dc:subject>PptxGenJS Presentation</dc:subject>
  <dc:creator>Stephen Omowumi</dc:creator>
  <cp:lastModifiedBy>Stephen Omowumi</cp:lastModifiedBy>
  <cp:revision>1</cp:revision>
  <dcterms:created xsi:type="dcterms:W3CDTF">2026-10-06T20:24:44Z</dcterms:created>
  <dcterms:modified xsi:type="dcterms:W3CDTF">2026-10-06T20:24:44Z</dcterms:modified>
</cp:coreProperties>
</file>