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24: Non-Human Identity &amp; Workload Identity Federation. Part of Month 7 (Workload Identity, Kubernetes &amp; Identity Threat Detection). Flagship project P6 (zero-static-secrets + identity-detection-pack).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66C4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66C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66C4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66C4"/>
                </a:solidFill>
              </a:rPr>
              <a:t>WEEK 24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Non-Human Identity &amp; Workload Identity Federation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7 · WORKLOAD IDENTITY, KUBERNETES &amp; IDENTITY THREAT DETECTION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Apr–May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The NHI problem: service accounts, API keys, machine credentials at scale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GitHub Actions OIDC, EKS Pod Identity / IRSA, Azure workload identity federation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SPIFFE/SPIRE concepts and workload attestation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HashiCorp Vault dynamic secrets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Inventorying and rotating non-human identities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Explain why NHIs outnumber humans and why that is a risk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Federate a workload to AWS and Azure without static keys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Issue a short-lived dynamic secret from Vault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Inventory NHIs across the estate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NHI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Machines, pipelines, pods, agents — now most identities and often the least governed.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IRSA / Pod Identity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 Kubernetes service account maps to an IAM role; pods get short-lived creds.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SPIFFE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 standard workload identity (SVID) issued after attestation.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Dynamic secret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Vault creates a credential on demand with a short TTL, then revokes 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Workload Identity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Workload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Attest / OIDC token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Exchange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Short-lived credential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Auto-expire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Keyless Workloads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kind/EKS/AKS + Vault + KodeKloud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Stand up a cluster (kind locally or EKS/AKS)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 create cluster --name wisla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Configure IRSA / Pod Identity so a pod assumes an IAM role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Configure Azure workload identity federation for a second workload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Run Vault dev and issue a dynamic database credential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43159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93408" y="43159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 secrets enable database &amp;&amp; vault read database/creds/readonly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Build an NHI inventory script across both clouds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Complete a KodeKloud Kubernetes module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P6 Part A started: workload-identity/ manifests, Vault config and an NHI inventory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P6: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zero-static-secrets + identity-detection-pack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Pod authenticates with no stored secret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Azure workload federated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Vault issues a TTL'd secret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NHI inventory generated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66C4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Remove every long-lived credential from our pipelines — approach?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Inventory all NHIs and secrets, move CI to OIDC, pods to IRSA/workload identity, and remaining cases to Vault dynamic secrets; add a scanner to block new static secrets, rotate and retire the old ones, and monitor for any reintroduced.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FLAGSHIP PROJECT · P6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Zero-Static-Secrets &amp; Identity Threat Detection Pack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A demo workload on EKS/AKS where CI/CD, pods and functions authenticate with zero long-lived credentials, plus a pack of twelve identity detections mapped to MITRE ATT&amp;CK with reproduction steps and response playbooks.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Demo app on EKS/AKS (or kind) with zero long-lived credentials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GitHub OIDC, EKS Pod Identity/IRSA and Azure workload identity federation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Secrets scanner proving no static secrets exist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Vault dynamic secrets for the one unavoidable legacy case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12 identity detections (KQL + Sigma + CloudTrail) with ATT&amp;CK mapping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Per-detection: reproduction steps, sample logs, FP/TP notes, response playbook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Secure authentication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Monitoring activities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21(2)(i)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 and asset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10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Detection of anomalous activities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66C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66C4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66C4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Explain why NHIs outnumber humans and why that is a risk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25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24 — Non-Human Identity &amp; Workload Identity Federation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