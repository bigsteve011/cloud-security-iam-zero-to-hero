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27: Writing Detections: KQL, Sigma &amp; the Detection Pack. Part of Month 7 (Workload Identity, Kubernetes &amp; Identity Threat Detection). Flagship project P6 (zero-static-secrets + identity-detection-pack).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66C4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66C4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66C4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66C4"/>
                </a:solidFill>
              </a:rPr>
              <a:t>WEEK 27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Writing Detections: KQL, Sigma &amp; the Detection Pack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7 · WORKLOAD IDENTITY, KUBERNETES &amp; IDENTITY THREAT DETECTION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Apr–May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KQL for Sentinel / Defender XDR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Sigma rules and conversion to multiple SIEMs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CloudTrail-based detections for AWS identity events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Detection quality: false-positive tuning, enrichment, test cases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Packaging detections with reproduction steps and playbooks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Write and tune KQL and Sigma detections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Build CloudTrail detections for risky IAM events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Document each detection to a repeatable standard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Ship the 12-detection pack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KQL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Sentinel's query language. Join sign-in + audit logs to spot abuse.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Sigma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Vendor-neutral rule format; convert to Sentinel, Splunk, Elastic.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Tuning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Enrich and baseline to cut false positives — an untuned rule gets ignored.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Repeatability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Each detection ships with logs, repro steps, FP/TP notes and a playbook.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Detection Engineering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Hypothesis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Query (KQL/Sigma)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Test on sample logs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Tune FPs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Package + playbook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the 12-Detection Pack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Sentinel + Sigma + AWS CloudTrail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6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KQL for impossible-travel and MFA-fatigue sign-ins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SigninLogs | where ResultType == 0 | ... summarize by UserPrincipalName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Sigma rules for new OAuth consent and privileged-role assignment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CloudTrail detections: new access key, policy-version change, root login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Add sample logs and test cases for each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Tune to reduce false positives and document FP/TP notes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Package each with a response playbook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P6 complete: identity-detection-pack/ (12 detections) + zero-static-secrets demo, README and a LinkedIn post on NHI + ITDR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P6: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zero-static-secrets + identity-detection-pack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12 detections with repro + playbooks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Rules tested on sample logs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FP notes present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P6 pinned on GitHub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66C4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What makes a good detection versus a noisy one?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A clear hypothesis tied to an ATT&amp;CK technique, a specific telemetry source, enrichment and baselining to cut false positives, documented test cases, and a response playbook — so the SOC trusts and acts on it rather than muting it.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FLAGSHIP PROJECT · P6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Zero-Static-Secrets &amp; Identity Threat Detection Pack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demo workload on EKS/AKS where CI/CD, pods and functions authenticate with zero long-lived credentials, plus a pack of twelve identity detections mapped to MITRE ATT&amp;CK with reproduction steps and response playbooks.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Demo app on EKS/AKS (or kind) with zero long-lived credentials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GitHub OIDC, EKS Pod Identity/IRSA and Azure workload identity federation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Secrets scanner proving no static secrets exist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Vault dynamic secrets for the one unavoidable legacy case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12 identity detections (KQL + Sigma + CloudTrail) with ATT&amp;CK mapping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Per-detection: reproduction steps, sample logs, FP/TP notes, response playbook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Secure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21(2)(i)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and asset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10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Detection of anomalous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66C4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66C4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66C4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Write and tune KQL and Sigma detections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28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27 — Writing Detections: KQL, Sigma &amp; the Detection Pack</dc:title>
  <dc:subject>PptxGenJS Presentation</dc:subject>
  <dc:creator>Stephen Omowumi</dc:creator>
  <cp:lastModifiedBy>Stephen Omowumi</cp:lastModifiedBy>
  <cp:revision>1</cp:revision>
  <dcterms:created xsi:type="dcterms:W3CDTF">2026-10-06T20:15:14Z</dcterms:created>
  <dcterms:modified xsi:type="dcterms:W3CDTF">2026-10-06T20:15:14Z</dcterms:modified>
</cp:coreProperties>
</file>