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7: Conditional Access as Code &amp; Identity Protection. Part of Month 2 (Entra ID, Hybrid AD &amp; Okta). Flagship project P2 (hybrid-identity-zero-trust).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66C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66C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66C4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66C4"/>
                </a:solidFill>
              </a:rPr>
              <a:t>WEEK 7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 Access as Code &amp; Identity Protection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2 · ENTRA ID, HYBRID AD &amp; OKTA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Nov–Dec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Conditional Access evaluation: assignments, conditions, grant and session controls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Baseline design: admins, all users, guests, workloads, legacy auth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Break-glass accounts: exclusion, monitoring and FIDO2 keys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Identity Protection: user and sign-in risk, risk-based policies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Report-only mode, What If tool and CA deployment via Terraform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Design a 12-policy CA baseline for Wisła Bank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Deploy it as code in report-only, then enforce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Alert on any break-glass sign-in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Test with the What If tool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Report-only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See impact for 1–2 weeks before enforcing. Never skip.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Break-glass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2 cloud-only accounts, FIDO2, excluded from CA, alerted on every use.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Legacy auth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No MFA possible. Block with one policy; it stops most password spray.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Policy as code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Terraform azuread_conditional_access_policy = reviewable, versioned, repeatable.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 Access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Sign-in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Assignments match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Conditions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Grant controls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Session controls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 Baseline in Terraform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Entra P2 trial + Terraform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two break-glass accounts + exclusion group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CA policies in Terraform (state = enabledForReportingButNotEnforced)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"azuread_conditional_access_policy" "block_legacy" { display_name = "CA001-Block-Legacy-Auth" state = "enabledForReportingButNotEnforced" ... 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Plan and apply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 -out ca.plan &amp;&amp; terraform apply ca.plan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Use What If for an admin from an unknown country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 Log Analytics alert for break-glass sign-ins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SigninLogs | where UserPrincipalName in ('bg1@wisla.onmicrosoft.com','bg2@wisla.onmicrosoft.com')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Enforce after review; export policy JSON to repo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P2: ca-policies/ Terraform module, policy matrix table and break-glass runbook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P2: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hybrid-identity-zero-trust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12 policies deployed via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Break-glass alert fires on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Legacy auth blocked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Policy matrix in README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66C4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Design Conditional Access for 2,000 users without locking anyone out.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Persona-based policies, break-glass exclusions, report-only for 2 weeks, What If testing, staged rollout via groups, monitor sign-in logs, then enforce; manage as code with PR review.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FLAGSHIP PROJECT · P2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Wisła Bank Hybrid Identity &amp; Zero Trust Access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On-prem AD synced to Entra ID and federated with Okta, with a Conditional Access baseline deployed as code and an executed AD FS → Entra ID migration runbook.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Windows Server AD lab (wislabank.local) with tiered OUs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Entra Cloud Sync configured with scoped OUs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~12 Conditional Access policies as code (Terraform azuread or Graph)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Break-glass accounts excluded and monitored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Okta ↔ Entra federation for a subset of SaaS apps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AD FS → Entra ID migration runbook with rollback, executed in the lab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A.5.15–5.18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control, identity, auth info, access rights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A.8.2–8.5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Privileged access, restriction, secure auth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and MFA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access control policies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66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66C4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66C4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 a 12-policy CA baseline for Wisła Bank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— Conditional Access as Code &amp; Identity Protection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