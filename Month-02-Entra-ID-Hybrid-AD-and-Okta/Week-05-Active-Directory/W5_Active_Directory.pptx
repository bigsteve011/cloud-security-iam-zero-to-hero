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5: Active Directory Fundamentals &amp; the Tiered Admin Model. Part of Month 2 (Entra ID, Hybrid AD &amp; Okta). Flagship project P2 (hybrid-identity-zero-trust).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66C4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66C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66C4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66C4"/>
                </a:solidFill>
              </a:rPr>
              <a:t>WEEK 5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Active Directory Fundamentals &amp; the Tiered Admin Model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2 · ENTRA ID, HYBRID AD &amp; OKTA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Nov–Dec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Forests, domains, OUs, groups and GPOs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Kerberos (TGT, TGS, PAC) vs NTLM — and why NTLM must die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Tier 0/1/2 admin model and Privileged Access Workstations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Common AD attacks: Kerberoasting, AS-REP roasting, DCSync, pass-the-hash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AD hardening: LAPS, Protected Users, disabling NTLMv1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Build a two-VM AD lab for Wisła Bank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Implement tiered OUs and admin accounts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Run BloodHound and read an attack path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Apply five hardening GPOs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Tier 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Anything that controls identity: DCs, AD FS, Entra Connect, PKI. Treat as crown jewels.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Kerberos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Ticket-based. Service accounts with weak passwords → Kerberoasting.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LAPS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Unique, rotated local admin password per machine. Kills lateral movement.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BloodHound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Graphs who can reach Domain Admins. Defenders should run it first.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Active Directory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Tier 2 workstation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Tier 1 servers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Tier 0 DCs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Entra Connect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Cloud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Wisła Bank 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Local Hyper-V/VirtualBox or Azure VM + Pwned Labs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4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Deploy Windows Server 2022 and promote to DC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Install-WindowsFeature AD-Domain-Services -IncludeManagementTools; Install-ADDSForest -DomainName wislabank.local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tiered OUs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29443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93408" y="29443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'Tier0','Tier1','Tier2','Users','ServiceAccounts' | % { New-ADOrganizationalUnit -Name $_ -Path 'DC=wislabank,DC=local' }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Bulk-create 50 users from CSV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36301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36301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Import-Csv users.csv | % { New-ADUser -Name $_.Name -SamAccountName $_.Sam -Path $_.OU -AccountPassword (ConvertTo-SecureString $_.Pw -AsPlainText -Force) -Enabled $true }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Deploy Windows LAPS policy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43159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93408" y="43159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Update-LapsADSchema; Set-LapsADComputerSelfPermission -Identity 'OU=Tier1,DC=wislabank,DC=local'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Run SharpHound and import into BloodHound 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Complete one Pwned Labs AD/hybrid free lab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P2 repo: ad/ folder with build scripts, OU design diagram and BloodHound before/after findings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P2: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hybrid-identity-zero-trust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DC running with tiered OUs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LAPS active on Tier 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One BloodHound path documented and closed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Pwned Labs write-up drafted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66C4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would you protect AD from Kerberoasting?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gMSAs or 25+ char random service-account passwords, AES-only encryption, monitor 4769 events with RC4, remove unnecessary SPNs, and tier service accounts.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FLAGSHIP PROJECT · P2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Wisła Bank Hybrid Identity &amp; Zero Trust Access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On-prem AD synced to Entra ID and federated with Okta, with a Conditional Access baseline deployed as code and an executed AD FS → Entra ID migration runbook.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Windows Server AD lab (wislabank.local) with tiered OUs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Entra Cloud Sync configured with scoped OUs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~12 Conditional Access policies as code (Terraform azuread or Graph)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Break-glass accounts excluded and monitored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Okta ↔ Entra federation for a subset of SaaS apps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AD FS → Entra ID migration runbook with rollback, executed in the lab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A.5.15–5.18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control, identity, auth info, access rights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A.8.2–8.5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Privileged access, restriction, secure auth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 and MFA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ICT access control policies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66C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66C4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66C4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a two-VM AD lab for Wisła Bank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6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— Active Directory Fundamentals &amp; the Tiered Admin Model</dc:title>
  <dc:subject>PptxGenJS Presentation</dc:subject>
  <dc:creator>Stephen Omowumi</dc:creator>
  <cp:lastModifiedBy>Stephen Omowumi</cp:lastModifiedBy>
  <cp:revision>1</cp:revision>
  <dcterms:created xsi:type="dcterms:W3CDTF">2026-10-06T20:24:43Z</dcterms:created>
  <dcterms:modified xsi:type="dcterms:W3CDTF">2026-10-06T20:24:43Z</dcterms:modified>
</cp:coreProperties>
</file>