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8: Okta Workforce Identity &amp; AD FS Migration. Part of Month 2 (Entra ID, Hybrid AD &amp; Okta). Flagship project P2 (hybrid-identity-zero-trust).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8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Okta Workforce Identity &amp; AD FS Migration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2 · ENTRA ID, HYBRID AD &amp; OKTA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Nov–Dec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Okta Universal Directory, AD agent and profile mastering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Okta SSO, authentication policies and FastPass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Lifecycle Management and Okta Workflows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Okta ↔ Entra federation patterns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AD FS → Entra ID migration: app inventory, staged rollout, rollback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Connect the lab AD to Okta with the AD agent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Federate selected apps between Okta and Entra ID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and execute an AD FS migration runbook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Ship P2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Profile master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One source of truth per attribute. Usually HR → AD → IdPs.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FastPass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Okta's phishing-resistant, device-bound authenticator.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Staged rollout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Move groups from federated to managed auth gradually; rollback is a group change.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Workflows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No-code automation for JML events across SaaS.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Okta + Migration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Inventory AD FS apps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Prioritise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Recreate in Entra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Staged rollout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Decommission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Okta Integration + AD FS Migration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Okta Learning labs + Okta Integrator org + Azure VM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Install Okta AD agent and import users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Okta Learning: SSO + FastPass hands-on labs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Deploy AD FS on a lab VM with one relying party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Install-WindowsFeature ADFS-Federation -IncludeManagementTools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Export AD FS relying parties for migration inventory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Get-AdfsRelyingPartyTrust | Select Name,Identifier,IssuanceTransformRules | Export-Csv rp.csv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Entra staged rollout for a pilot group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the runbook: pre-checks, cutover, validation, rollback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P2 complete: architecture diagram, CA code, Okta config notes, migration runbook, control mapping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P2: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hybrid-identity-zero-trust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Pilot group migrated off AD FS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Rollback tested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P2 README follows template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LinkedIn post published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Migrate 2,000 users off AD FS with zero downtime.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Inventory relying parties, map claims, recreate apps in Entra, enable PHS as fallback, staged rollout by group, monitor sign-ins, keep AD FS until all apps cut over, then decommission and rotate trust.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Wisła Bank Hybrid Identity &amp; Zero Trust Access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On-prem AD synced to Entra ID and federated with Okta, with a Conditional Access baseline deployed as code and an executed AD FS → Entra ID migration runbook.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Windows Server AD lab (wislabank.local) with tiered OUs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Entra Cloud Sync configured with scoped OUs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~12 Conditional Access policies as code (Terraform azuread or Graph)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Break-glass accounts excluded and monitored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Okta ↔ Entra federation for a subset of SaaS apps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AD FS → Entra ID migration runbook with rollback, executed in the lab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A.5.15–5.18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control, identity, auth info,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A.8.2–8.5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access, restriction, secure auth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MFA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access control policies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Connect the lab AD to Okta with the AD agent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9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 — Okta Workforce Identity &amp; AD FS Migration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