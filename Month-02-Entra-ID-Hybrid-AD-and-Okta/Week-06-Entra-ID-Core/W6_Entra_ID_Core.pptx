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6: Entra ID Core: Sync, Auth Methods &amp; App Registrations. Part of Month 2 (Entra ID, Hybrid AD &amp; Okta). Flagship project P2 (hybrid-identity-zero-trust).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66C4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66C4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66C4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66C4"/>
                </a:solidFill>
              </a:rPr>
              <a:t>WEEK 6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Entra ID Core: Sync, Auth Methods &amp; App Registrations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2 · ENTRA ID, HYBRID AD &amp; OKTA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Nov–Dec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Entra Cloud Sync vs Entra Connect Sync; PHS, PTA and federation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Authentication methods policy, authentication strengths, passkeys in Entra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App registrations vs enterprise apps (service principals)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Managed identities: system- vs user-assigned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B2B collaboration and cross-tenant access settings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Sync the lab AD to an Entra tenant with Cloud Sync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Enforce phishing-resistant auth for admins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app registration vs service principal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Audit risky app permissions with Graph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PHS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Password hash sync — most resilient. Enables leaked-credential detection.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Service principal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The tenant-local instance of an app. Permissions live here.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Auth strength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Named combos (e.g. phishing-resistant MFA) usable in Conditional Access.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Managed identity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Azure-managed credentials for workloads. No secret to leak.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Entra ID Core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AD DS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Cloud Sync agent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Entra ID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Auth methods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Apps + MIs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Hybrid Sync &amp; App Permission Audit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Entra ID P2 trial + Microsoft Learn SC-300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3.5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Activate an Entra ID P2 trial on a dev tenant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Install the Cloud Sync provisioning agent on the DC; scope to Users OU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Enable passkeys (FIDO2) in Authentication methods policy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List service principals with high-risk Graph permissions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Get-MgServicePrincipal -All | % { Get-MgServicePrincipalAppRoleAssignment -ServicePrincipalId $_.Id } | Where AppRoleId -in $risky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 user-assigned managed identity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identity create -g rg-wisla-lab -n mi-reporting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SC-300 module: Implement authentication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P2: sync/ design doc, auth-methods export and app-permission risk report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P2: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hybrid-identity-zero-trust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Synced users visible in Entra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Passkey registered for your admin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Risky-permission report generated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SC-300 module done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66C4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App registration vs enterprise app?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App registration is the global definition in the home tenant; the enterprise app is the service principal in each tenant where it is used. Consent and role assignments attach to the service principal.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FLAGSHIP PROJECT · P2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Wisła Bank Hybrid Identity &amp; Zero Trust Access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On-prem AD synced to Entra ID and federated with Okta, with a Conditional Access baseline deployed as code and an executed AD FS → Entra ID migration runbook.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Windows Server AD lab (wislabank.local) with tiered OUs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Entra Cloud Sync configured with scoped OUs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~12 Conditional Access policies as code (Terraform azuread or Graph)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Break-glass accounts excluded and monitored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Okta ↔ Entra federation for a subset of SaaS apps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AD FS → Entra ID migration runbook with rollback, executed in the lab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A.5.15–5.18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control, identity, auth info, access rights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A.8.2–8.5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Privileged access, restriction, secure auth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and MFA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access control policies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66C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66C4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66C4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Sync the lab AD to an Entra tenant with Cloud Sync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7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 — Entra ID Core: Sync, Auth Methods &amp; App Registrations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