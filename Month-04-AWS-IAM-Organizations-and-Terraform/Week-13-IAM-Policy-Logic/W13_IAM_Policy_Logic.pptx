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13: AWS IAM Policy Evaluation Logic. Part of Month 4 (AWS IAM, Organizations &amp; Terraform). Flagship project P4 (secure-landing-zone).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F6A31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F6A31A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F6A31A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6A31A"/>
                </a:solidFill>
              </a:rPr>
              <a:t>WEEK 13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AWS IAM Policy Evaluation Logic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4 · AWS IAM, ORGANIZATIONS &amp; TERRAFORM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Jan–Feb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Principals, actions, resources, conditions; policy JSON anatomy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Identity vs resource policies; explicit deny always wins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Permission boundaries and session policies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SCPs and RCPs as organisation-wide ceilings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Debugging AccessDenied with CloudTrail and the policy simulator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Predict the outcome of any multi-layer policy evaluation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Write least-privilege policies with conditions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Debug a real AccessDenied in under 10 minutes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Recognise and remediate common privilege-escalation misconfigurations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Explicit deny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Any matching Deny in any layer ends evaluation. No Allow overrides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Boundary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 ceiling on what an identity policy can grant. Great for delegated admin.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SCP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Restricts accounts, never grants. Even root is bound by 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Condition keys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aws:SourceIp, aws:PrincipalOrgID, aws:RequestedRegion — precision tools.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IAM Policy Logic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Explicit deny?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F6A31A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31A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SCP / RCP allow?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F6A31A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31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Resource policy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F6A31A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31A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Boundary + session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Identity policy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Finding &amp; Fixing Risky IAM Permissions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F6A3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AWS sandbox account + IAM Access Analyzer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F6A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Enable IAM Access Analyzer for the account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0" y="22585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93408" y="22585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accessanalyzer create-analyzer --analyzer-name wisla-lab --type ACCOUNT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2926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Generate a credential report and flag unused keys and permissions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29443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93408" y="29443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iam generate-credential-report &amp;&amp; aws iam get-credential-report --query Content --output text | base64 -d &gt; cred.csv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Review the escalation patterns documented by IAM Vulnerable (BishopFox) as a defender — understand why iam:CreatePolicyVersion and iam:PassRole are dangerous, then write detections for them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Use the policy simulator to confirm a least-privilege policy denies the risky action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43159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93408" y="43159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iam simulate-principal-policy --policy-source-arn $ROLE --action-names iam:CreatePolicyVersion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Add a permission boundary that caps what delegated admins can grant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Write an Access Analyzer finding triage note for each result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P4 repo started: iam/ folder with least-privilege policies, a permission boundary and a privilege-escalation detection checklist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P4: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secure-landing-zone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Access Analyzer enabled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Unused credentials identified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Boundary caps delegated grants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Detection checklist for known escalation paths written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F6A3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A31A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 user has AdministratorAccess but gets AccessDenied — debug it.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Check for an explicit deny in an SCP or boundary, the requested region against a region-restriction SCP, a resource policy denying the principal, a session policy, and a service-control condition. Explicit deny anywhere wins; trace it with CloudTrail and the policy simulator.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FLAGSHIP PROJECT · P4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Secure Multi-Cloud Landing Zone (Part 1: AWS)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Terraform-built AWS Organization with security, log-archive and workload accounts, SCP guardrails, Identity Center federated with Entra ID, and a keyless GitHub Actions pipeline with policy checks.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AWS Organization: management, security, log-archive, workload OUs/accounts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SCPs: EU-only regions, deny root, protect CloudTrail/GuardDuty, deny public S3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Organization CloudTrail to an immutable log-archive bucket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IAM Identity Center federated with Entra ID (SAML + SCIM); permission sets per role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GitHub Actions with OIDC: plan → Checkov/Trivy → OPA → approval → apply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Access Analyzer findings reviewed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A.8.2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Privileged access rights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Logging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Configuration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21(2)(d)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Supply chain / secure development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F6A31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F6A31A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F6A31A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 the outcome of any multi-layer policy evaluation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14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 — AWS IAM Policy Evaluation Logic</dc:title>
  <dc:subject>PptxGenJS Presentation</dc:subject>
  <dc:creator>Stephen Omowumi</dc:creator>
  <cp:lastModifiedBy>Stephen Omowumi</cp:lastModifiedBy>
  <cp:revision>1</cp:revision>
  <dcterms:created xsi:type="dcterms:W3CDTF">2026-10-06T20:24:43Z</dcterms:created>
  <dcterms:modified xsi:type="dcterms:W3CDTF">2026-10-06T20:24:43Z</dcterms:modified>
</cp:coreProperties>
</file>