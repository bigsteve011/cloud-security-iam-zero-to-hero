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16: Keyless CI/CD with GitHub OIDC &amp; Policy-as-Code. Part of Month 4 (AWS IAM, Organizations &amp; Terraform). Flagship project P4 (secure-landing-zone).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F6A31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F6A31A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F6A31A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6A31A"/>
                </a:solidFill>
              </a:rPr>
              <a:t>WEEK 16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Keyless CI/CD with GitHub OIDC &amp; Policy-as-Code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4 · AWS IAM, ORGANIZATIONS &amp; TERRAFORM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Jan–Feb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GitHub Actions OIDC federation with AWS (no stored keys)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IaC scanning: Checkov and Trivy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Policy-as-code gates with OPA/Conftest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Pipeline design: plan → scan → policy → approval → apply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Protecting state and requiring manual approval for prod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Replace stored AWS keys with OIDC role assumption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Gate Terraform with Checkov, Trivy and OPA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Require human approval before apply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Ship P4 Part 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F6A3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OIDC in CI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GitHub presents a signed token; AWS trusts it for a scoped role. No secret stored.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F6A3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Checkov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Scans Terraform for misconfigurations before they deploy.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F6A3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Conftest/OPA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Rego policies that fail the build on violations (e.g. unencrypted bucket).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F6A3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Approval gate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GitHub Environments require a reviewer before the apply job runs.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Keyless CI/CD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F6A31A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31A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terraform plan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F6A31A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31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Checkov + Trivy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F6A31A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31A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OPA gate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Approve → apply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OIDC Pipeline with Policy Gates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F6A3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GitHub Actions + AWS + Checkov/OPA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F6A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5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an IAM OIDC provider for token.actions.githubusercontent.com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a deploy role trusting the repo+branch via the sub claim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0" y="29443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29443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StringLike: token.actions.githubusercontent.com:sub = repo:bigsteve011/secure-landing-zone:ref:refs/heads/main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11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Write the workflow: plan on PR, apply on main after approval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36301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3408" y="36301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 { id-token: write, contents: read }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Add Checkov and Trivy steps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43159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43159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checkov &amp;&amp; checkov -d . --compact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Add a Conftest/OPA gate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conftest test plan.json -p policy/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Add a GitHub Environment protection rule requiring a reviewer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P4 Part 1 complete: pipeline YAML, OPA policies, README with architecture diagram and control mapping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P4: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secure-landing-zone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No AWS keys in GitHub secrets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Checkov + OPA fail a bad plan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Apply needs approval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LinkedIn post drafted on keyless IaC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F6A3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A31A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Remove static AWS keys from a CI pipeline — how?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Use GitHub OIDC: configure an IAM OIDC provider, a role with a trust policy scoped to the repo/branch/environment sub claim, request id-token: write in the workflow, assume the role at runtime for short-lived credentials, and delete all stored access keys.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FLAGSHIP PROJECT · P4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Secure Multi-Cloud Landing Zone (Part 1: AWS)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Terraform-built AWS Organization with security, log-archive and workload accounts, SCP guardrails, Identity Center federated with Entra ID, and a keyless GitHub Actions pipeline with policy checks.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AWS Organization: management, security, log-archive, workload OUs/accounts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SCPs: EU-only regions, deny root, protect CloudTrail/GuardDuty, deny public S3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Organization CloudTrail to an immutable log-archive bucket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IAM Identity Center federated with Entra ID (SAML + SCIM); permission sets per role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GitHub Actions with OIDC: plan → Checkov/Trivy → OPA → approval → apply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Access Analyzer findings reviewed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A.8.2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Privileged access rights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Logging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Configuration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21(2)(d)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Supply chain / secure development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F6A31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F6A31A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F6A31A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Replace stored AWS keys with OIDC role assumption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17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16 — Keyless CI/CD with GitHub OIDC &amp; Policy-as-Code</dc:title>
  <dc:subject>PptxGenJS Presentation</dc:subject>
  <dc:creator>Stephen Omowumi</dc:creator>
  <cp:lastModifiedBy>Stephen Omowumi</cp:lastModifiedBy>
  <cp:revision>1</cp:revision>
  <dcterms:created xsi:type="dcterms:W3CDTF">2026-10-06T20:15:13Z</dcterms:created>
  <dcterms:modified xsi:type="dcterms:W3CDTF">2026-10-06T20:15:13Z</dcterms:modified>
</cp:coreProperties>
</file>