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15: AWS Organizations, Control Tower &amp; SCP Guardrails. Part of Month 4 (AWS IAM, Organizations &amp; Terraform). Flagship project P4 (secure-landing-zone).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F6A31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F6A31A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F6A31A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6A31A"/>
                </a:solidFill>
              </a:rPr>
              <a:t>WEEK 15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AWS Organizations, Control Tower &amp; SCP Guardrails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4 · AWS IAM, ORGANIZATIONS &amp; TERRAFORM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Jan–Feb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Organization structure: management, security, log-archive, workload OUs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Control Tower landing-zone concepts and guardrails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SCP design patterns: region lock, root protection, service protection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Organization CloudTrail and immutable log archive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RCPs for resource-level org guardrails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Build the org structure in Terraform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Write and attach SCP guardrails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Centralise CloudTrail to an immutable bucket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Validate guardrails from a workload account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Log archive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Separate account, Object Lock on the bucket. Even admins cannot alter logs.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Region lock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SCP denying all regions except eu-central-1/eu-west-1 — data residency + blast radius.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Root protection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SCP denying root-user actions in member accounts.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Service protection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Deny cloudtrail:StopLogging, guardduty:DeleteDetector org-wide.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Organizations &amp; SCPs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Management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F6A31A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31A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Security OU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F6A31A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31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Log-archive OU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F6A31A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31A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Workload OU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SCPs attached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Org + SCP Guardrails in Terraform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F6A3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AWS Organizations + Terraform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F6A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Define the organization, OUs and member accounts in Terraform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"aws_organizations_organizational_unit" "security" { name = "Security" parent_id = aws_organizations_organization.this.roots[0].id 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Write SCPs: region lock, deny root, protect CloudTrail/GuardDuty, deny public S3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Attach SCPs to OUs and apply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36301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3408" y="36301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an org CloudTrail delivering to a log-archive bucket with Object Lock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From a workload account, confirm a disallowed region is blocked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AWS_PROFILE=workload aws ec2 describe-instances --region us-east-1   # expect AccessDenied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5669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Confirm StopLogging is denied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0" y="5687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93408" y="5687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AWS_PROFILE=workload aws cloudtrail stop-logging --name org-trail   # expect AccessDenied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P4: organizations/ Terraform module, SCP matrix and guardrail test evidence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P4: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secure-landing-zone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Org + OUs created as 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SCP blocks non-EU region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CloudTrail cannot be stopped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Log bucket has Object Lock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F6A3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A31A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do SCPs and IAM policies interact?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SCPs set the maximum available permissions for an account; IAM policies grant within that ceiling. An action needs an Allow in IAM and no Deny in any SCP. SCPs never grant on their own.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FLAGSHIP PROJECT · P4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Secure Multi-Cloud Landing Zone (Part 1: AWS)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Terraform-built AWS Organization with security, log-archive and workload accounts, SCP guardrails, Identity Center federated with Entra ID, and a keyless GitHub Actions pipeline with policy checks.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AWS Organization: management, security, log-archive, workload OUs/accounts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SCPs: EU-only regions, deny root, protect CloudTrail/GuardDuty, deny public S3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Organization CloudTrail to an immutable log-archive bucket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IAM Identity Center federated with Entra ID (SAML + SCIM); permission sets per role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GitHub Actions with OIDC: plan → Checkov/Trivy → OPA → approval → apply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Access Analyzer findings reviewed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A.8.2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Privileged access rights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Logging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Configuration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21(2)(d)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Supply chain / secure development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F6A31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F6A31A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F6A31A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the org structure in Terraform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16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15 — AWS Organizations, Control Tower &amp; SCP Guardrails</dc:title>
  <dc:subject>PptxGenJS Presentation</dc:subject>
  <dc:creator>Stephen Omowumi</dc:creator>
  <cp:lastModifiedBy>Stephen Omowumi</cp:lastModifiedBy>
  <cp:revision>1</cp:revision>
  <dcterms:created xsi:type="dcterms:W3CDTF">2026-10-06T20:24:43Z</dcterms:created>
  <dcterms:modified xsi:type="dcterms:W3CDTF">2026-10-06T20:24:43Z</dcterms:modified>
</cp:coreProperties>
</file>