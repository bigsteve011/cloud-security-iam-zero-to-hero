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14: STS, AssumeRole &amp; Cross-Account Access. Part of Month 4 (AWS IAM, Organizations &amp; Terraform). Flagship project P4 (secure-landing-zone).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F6A31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F6A31A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F6A31A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6A31A"/>
                </a:solidFill>
              </a:rPr>
              <a:t>WEEK 14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STS, AssumeRole &amp; Cross-Account Access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4 · AWS IAM, ORGANIZATIONS &amp; TERRAFORM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Jan–Feb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STS, temporary credentials and the AssumeRole trust model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Cross-account roles and external IDs (confused-deputy defence)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IAM Identity Center federated with Entra ID (SAML + SCIM)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Permission sets and account assignments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Role chaining limits and session tags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Federate Identity Center with Entra ID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Design permission sets mapped to Wisła Bank roles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Explain the confused-deputy problem and the external-ID fix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A31A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Replace long-lived keys with role assumption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STS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Short-lived credentials from AssumeRole. The goal: no long-lived keys.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Trust policy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Who may assume a role. The resource policy of the role itself.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External ID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Shared secret in a third-party trust policy — stops confused-deputy abuse.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F6A3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Permission set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Identity Center's reusable role template provisioned into accounts.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STS &amp; AssumeRole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Entra ID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SAML + SCIM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Identity Center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F6A31A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A31A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Permission set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F6A31A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Account role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Entra ID → AWS Identity Center Federation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AWS Organizations + Entra ID + AWS Skill Builder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F6A31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4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Enable IAM Identity Center in the management account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Configure Entra ID as the external IdP (SAML) and enable SCIM provisioning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Create permission sets: Billing-ReadOnly, SecurityAudit, PowerUser-NonProd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Assign groups from Entra to accounts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Assume a role via the CLI using the SSO profile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5001768"/>
            <a:ext cx="5029200" cy="576072"/>
          </a:xfrm>
          <a:prstGeom prst="roundRect">
            <a:avLst>
              <a:gd name="adj" fmla="val 6349"/>
            </a:avLst>
          </a:prstGeom>
          <a:solidFill>
            <a:srgbClr val="061233"/>
          </a:solidFill>
          <a:ln w="12700">
            <a:solidFill>
              <a:srgbClr val="1E35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93408" y="5001768"/>
            <a:ext cx="4846320" cy="576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sso login --profile wisla-securityaudit &amp;&amp; aws sts get-caller-identity --profile wisla-securityaudit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Complete the AWS Skill Builder Security Engineer identity modules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P4: identity-center/ config, permission-set definitions and a federation diagram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P4: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secure-landing-zone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SSO login from Entra works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SCIM provisions groups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3 permission sets mapped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No IAM users created for humans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F6A31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A31A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is the external ID important in cross-account roles?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It defends against the confused-deputy problem: a third party that manages many customers must present the right external ID, so it cannot be tricked into using its access against the wrong customer's resources.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31A"/>
                </a:solidFill>
              </a:rPr>
              <a:t>FLAGSHIP PROJECT · P4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Secure Multi-Cloud Landing Zone (Part 1: AWS)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Terraform-built AWS Organization with security, log-archive and workload accounts, SCP guardrails, Identity Center federated with Entra ID, and a keyless GitHub Actions pipeline with policy checks.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AWS Organization: management, security, log-archive, workload OUs/accounts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SCPs: EU-only regions, deny root, protect CloudTrail/GuardDuty, deny public S3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Organization CloudTrail to an immutable log-archive bucket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IAM Identity Center federated with Entra ID (SAML + SCIM); permission sets per role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GitHub Actions with OIDC: plan → Checkov/Trivy → OPA → approval → apply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F6A3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Access Analyzer findings reviewed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A.8.2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Privileged access rights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A.8.15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Logging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Configuration management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21(2)(d)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Supply chain / secure development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F6A31A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F6A31A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F6A31A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Federate Identity Center with Entra ID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15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 — STS, AssumeRole &amp; Cross-Account Access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