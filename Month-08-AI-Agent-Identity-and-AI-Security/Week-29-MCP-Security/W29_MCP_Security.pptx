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29: MCP Security &amp; the Policy Enforcement Point. Part of Month 8 (AI Agent Identity &amp; AI Security (Capstone)). Flagship project P7 (agent-identity-gateway).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C3B2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C3B2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C3B2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C3B2"/>
                </a:solidFill>
              </a:rPr>
              <a:t>WEEK 29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MCP Security &amp; the Policy Enforcement Point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8 · AI AGENT IDENTITY &amp; AI SECURITY (CAPSTONE)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May–Jun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MCP architecture: servers, tools, resources and the authorization spec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Securing an MCP server with OAuth 2.1 and scoped tokens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Per-tool least privilege and consent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Policy enforcement point: out-of-scope deny, high-risk approval, kill switch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Logging and audit of every tool invocation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W29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Protect an MCP server with OAuth 2.1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Enforce per-tool least privilege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Build a policy enforcement point in front of tools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Log every invocation for audit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MCP server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Exposes tools/resources to agents. Must authenticate and authorise every call.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Per-tool scope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The DB-read tool cannot write; the ticket tool cannot touch customers.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PEP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 gate before tools: checks scope, risk and approval before the call runs.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Kill switch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One control disables the agent instantly across all tools.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MCP Security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Agent call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PEP: scope check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Risk / approval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Tool executes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Audit log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Secure MCP Server + PEP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Local MCP server + OAuth 2.1 + Python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6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Build an MCP server exposing read-ticket and query-customer tools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Protect it with OAuth 2.1; validate scoped tokens on every call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Implement a PEP: deny out-of-scope, require approval for high-risk, expose a kill switch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Give each tool a distinct least-privilege scope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Log every invocation (who, which tool, args hash, decision) immutably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Test that an over-scoped call is denied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P7: mcp-server/ with OAuth 2.1, a policy enforcement point and an immutable invocation log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P7: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agent-identity-gateway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MCP server rejects unscoped calls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High-risk action needs approval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Kill switch works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Every call logged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do you stop an AI agent doing more than it should?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Least-privilege per-tool scopes, a policy enforcement point that denies out-of-scope calls and requires human approval for high-risk actions, short-lived tokens, a kill switch, and full audit logging — identity and authorization controls, not prompt instructions, are what actually constrain it.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FLAGSHIP PROJECT · P7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Agent Identity Gateway for Wisła Bank 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W29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The headline capstone: an AI agent that acts on behalf of a signed-in employee through MCP tools, with a policy enforcement point, short-lived scoped tokens, a red-team section and an ISO 42001 / EU AI Act governance pack.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AI agent (loan-ops assistant) calling MCP tools on behalf of a user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MCP server protected by OAuth 2.1; agent registered as a first-class identity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Short-lived scoped tokens via token exchange; per-tool least privilege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Policy enforcement point: deny out-of-scope calls, approval for high-risk, kill switch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Red-team section: indirect prompt injection → blocked by identity control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Governance pack: agent inventory, human owner, quarterly certification, ISO 42001 / EU AI Act mapping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ISO/IEC 42001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AI management system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EU AI Act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Deployer obligations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A.5.15/A.8.2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 / privileged access (for agents)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NIST AI RMF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Govern, Map, Measure, Manage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C3B2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C3B2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C3B2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Protect an MCP server with OAuth 2.1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30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29 — MCP Security &amp; the Policy Enforcement Point</dc:title>
  <dc:subject>PptxGenJS Presentation</dc:subject>
  <dc:creator>Stephen Omowumi</dc:creator>
  <cp:lastModifiedBy>Stephen Omowumi</cp:lastModifiedBy>
  <cp:revision>1</cp:revision>
  <dcterms:created xsi:type="dcterms:W3CDTF">2026-10-06T20:24:44Z</dcterms:created>
  <dcterms:modified xsi:type="dcterms:W3CDTF">2026-10-06T20:24:44Z</dcterms:modified>
</cp:coreProperties>
</file>