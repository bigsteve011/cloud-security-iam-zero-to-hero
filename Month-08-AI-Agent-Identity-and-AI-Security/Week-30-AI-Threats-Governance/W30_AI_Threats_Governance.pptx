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30: AI Threats, Red-Teaming &amp; AI Governance. Part of Month 8 (AI Agent Identity &amp; AI Security (Capstone)). Flagship project P7 (agent-identity-gateway).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C3B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C3B2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C3B2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C3B2"/>
                </a:solidFill>
              </a:rPr>
              <a:t>WEEK 30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Threats, Red-Teaming &amp; AI Governance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8 · AI AGENT IDENTITY &amp; AI SECURITY (CAPSTONE)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May–Jun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OWASP Top 10 for LLM Apps and agentic threats; MITRE ATLAS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Prompt injection (direct/indirect), tool poisoning, excessive agency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Red-teaming the agent safely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ISO/IEC 42001, EU AI Act deployer duties, NIST AI RMF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Agent governance: inventory, ownership, certification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Run an indirect prompt-injection test and show the identity control blocking exfiltration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Map agent risks to OWASP LLM / ATLAS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Produce an ISO 42001 / EU AI Act control mapping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Finish the capstone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Indirect injection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Malicious instructions hidden in data (a poisoned ticket) the agent reads.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Excessive agency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An agent with more permissions/autonomy than its task needs.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Defence in depth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Identity scoping + PEP + approval + logging, not prompt wording, stop abuse.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ISO 42001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An AI management system — your Lead Auditor background applies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Threats &amp; Governance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Poisoned ticket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Agent reads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Attempts exfil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PEP denies (out of scope)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Alert + evidence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Red-Team the Agent + Governance Pack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P7 environment + Pwned Labs AI (defensive)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Plant an indirect prompt injection in a test ticket instructing data exfiltration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Show the agent attempts an out-of-scope call and the PEP denies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Map the scenario to OWASP LLM Top 10 and MITRE ATLAS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the ISO 42001 / EU AI Act control mapping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Produce the agent governance pack: inventory, owners, quarterly certification covering humans + agents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Record a 3-minute capstone demo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P7 complete ⭐: red-team write-up, governance pack, full control mapping, demo video and a flagship LinkedIn post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P7: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agent-identity-gateway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Injection blocked by an identity control, not a prompt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Risks mapped to OWASP LLM / ATLAS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ISO 42001 mapping done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Capstone demo recorded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 AI agent reads a poisoned document telling it to exfiltrate customer data. What stops it?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Not the prompt — the identity and authorization controls: the agent holds only short-lived, per-tool, least-privilege scopes, so the exfiltration call is out of scope and the policy enforcement point denies it, logs it and alerts. Human approval and the kill switch are backstops. Prompt-injection defence lives in the authorization layer.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FLAGSHIP PROJECT · P7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Identity Gateway for Wisła Bank 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headline capstone: an AI agent that acts on behalf of a signed-in employee through MCP tools, with a policy enforcement point, short-lived scoped tokens, a red-team section and an ISO 42001 / EU AI Act governance pack.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AI agent (loan-ops assistant) calling MCP tools on behalf of a 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MCP server protected by OAuth 2.1; agent registered as a first-class identity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Short-lived scoped tokens via token exchange; per-tool least privilege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Policy enforcement point: deny out-of-scope calls, approval for high-risk, kill switch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Red-team section: indirect prompt injection → blocked by identity control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Governance pack: agent inventory, human owner, quarterly certification, ISO 42001 / EU AI Act mapping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ISO/IEC 42001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AI management system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EU AI Act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Deployer obligations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A.5.15/A.8.2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/ privileged access (for agents)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NIST AI RMF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Govern, Map, Measure, Manage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C3B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C3B2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C3B2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an indirect prompt-injection test and show the identity control blocking exfiltration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31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30 — AI Threats, Red-Teaming &amp; AI Governance</dc:title>
  <dc:subject>PptxGenJS Presentation</dc:subject>
  <dc:creator>Stephen Omowumi</dc:creator>
  <cp:lastModifiedBy>Stephen Omowumi</cp:lastModifiedBy>
  <cp:revision>1</cp:revision>
  <dcterms:created xsi:type="dcterms:W3CDTF">2026-10-06T20:24:44Z</dcterms:created>
  <dcterms:modified xsi:type="dcterms:W3CDTF">2026-10-06T20:24:44Z</dcterms:modified>
</cp:coreProperties>
</file>