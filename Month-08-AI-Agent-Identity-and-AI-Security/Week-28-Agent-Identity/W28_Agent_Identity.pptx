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28: Agent Identity Platforms &amp; Protocols. Part of Month 8 (AI Agent Identity &amp; AI Security (Capstone)). Flagship project P7 (agent-identity-gateway).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ln w="12700">
            <a:solidFill>
              <a:srgbClr val="17C3B2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ln w="12700">
            <a:solidFill>
              <a:srgbClr val="17C3B2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-1645920"/>
            <a:ext cx="5303520" cy="5303520"/>
          </a:xfrm>
          <a:prstGeom prst="ellipse">
            <a:avLst/>
          </a:prstGeom>
          <a:ln w="12700">
            <a:solidFill>
              <a:srgbClr val="17C3B2">
                <a:alpha val="2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17C3B2"/>
                </a:solidFill>
              </a:rPr>
              <a:t>WEEK 28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Agent Identity Platforms &amp; Protocols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MONTH 8 · AI AGENT IDENTITY &amp; AI SECURITY (CAPSTONE)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2E6"/>
                </a:solidFill>
              </a:rPr>
              <a:t>IAM &amp; Cloud Security Engineer — Zero to Hero</a:t>
            </a:r>
            <a:pPr indent="0" marL="0">
              <a:buNone/>
            </a:pPr>
            <a:r>
              <a:rPr lang="en-US" sz="1300" dirty="0">
                <a:solidFill>
                  <a:srgbClr val="6C7A9C"/>
                </a:solidFill>
              </a:rPr>
              <a:t>   ·   May–Jun 2027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Continuity case study: Wisła Bank (EU bank · hybrid AD · Entra ID · Okta · AWS + Azure · AI agents)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 this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Why agents need first-class identities (not shared service accounts)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Microsoft Entra Agent ID, Okta for AI Agents / Agent Gateway, Auth0 Auth for MCP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65576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82696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OAuth 2.1, Token Exchange (RFC 8693) / on-behalf-of, Cross App Access (XAA)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1783080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The MCP authorization spec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624328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Sender-constrained tokens (DPoP) and proof-of-possession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this week you can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C3B2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Explain the on-behalf-of model for agents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3957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C3B2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Register an agent as a first-class identity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C3B2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74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Exchange a user token for a scoped agent token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42245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C3B2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Describe DPoP and why it matters for agents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8424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40280"/>
            <a:ext cx="182880" cy="182880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52144" y="2130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Agent identity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64261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Each agent has its own identity and human owner — auditable, revocable.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8424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01968" y="2240280"/>
            <a:ext cx="182880" cy="182880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12864" y="2130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On-behalf-of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20256" y="264261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The agent acts as the user, with the user's scoped permissions, not more.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8736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4343400"/>
            <a:ext cx="182880" cy="182880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52144" y="4233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Token exchange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" y="474573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RFC 8693 trades one token for a narrower, short-lived one per tool.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08736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01968" y="4343400"/>
            <a:ext cx="182880" cy="182880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12864" y="4233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DPoP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20256" y="474573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Binds a token to the client's key so a stolen token is useless elsewhere.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Agent Identity — the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User signs in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14016" y="3538728"/>
            <a:ext cx="384048" cy="329184"/>
          </a:xfrm>
          <a:prstGeom prst="chevron">
            <a:avLst/>
          </a:prstGeom>
          <a:solidFill>
            <a:srgbClr val="17C3B2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C3B2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53512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C3B2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Agent identity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3538728"/>
            <a:ext cx="384048" cy="329184"/>
          </a:xfrm>
          <a:prstGeom prst="chevron">
            <a:avLst/>
          </a:prstGeom>
          <a:solidFill>
            <a:srgbClr val="17C3B2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C3B2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6944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C3B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Token exchange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538728"/>
            <a:ext cx="384048" cy="329184"/>
          </a:xfrm>
          <a:prstGeom prst="chevron">
            <a:avLst/>
          </a:prstGeom>
          <a:solidFill>
            <a:srgbClr val="17C3B2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C3B2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0376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C3B2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Scoped token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54312" y="3538728"/>
            <a:ext cx="384048" cy="329184"/>
          </a:xfrm>
          <a:prstGeom prst="chevron">
            <a:avLst/>
          </a:prstGeom>
          <a:solidFill>
            <a:srgbClr val="17C3B2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2368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93808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MCP tool call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Each stage is a control point — identity is verified, scoped and logged before the next step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🔨 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Register &amp; Scope an Agent Identity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PLATFORM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Entra Agent ID / Okta + Okta Learning 'Secure AI'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EST. TIME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4.5 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40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Register the loan-ops agent as a first-class identity with a human owner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9626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2926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Configure OAuth 2.1 for the agent client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6484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36118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Implement token exchange: user token → per-tool scoped token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43342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4297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Enforce DPoP / sender-constrained tokens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49834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Complete the Okta Learning 'Secure AI with Okta' path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" y="57058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24128" y="5669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Document the agent in an inventory with its owner and scopes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Deliverable &amp; done-checklist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📦  Deliverable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324D"/>
                </a:solidFill>
              </a:rPr>
              <a:t>P7 started: agent-identity/ config, token-exchange flow diagram and an agent inventory entry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9377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1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6E0"/>
                </a:solidFill>
              </a:rPr>
              <a:t>Feeds → P7: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agent-identity-gateway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✅  Done when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01968" y="2560320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01968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Agent has its own identity + owner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2112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01968" y="3364992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01968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Token exchange yields scoped tokens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986784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01968" y="4169664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1968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867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DPoP enforced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791456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01968" y="497433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01968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914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Inventory entry created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🎤 INTERVIEW DRILL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the answer out 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C3B2"/>
                </a:solidFill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An AI agent must act on behalf of employees across 3 systems — design its identity.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E2048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C3B2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661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A"/>
                </a:solidFill>
              </a:rPr>
              <a:t>Give the agent its own first-class identity with a human owner; authenticate the user, then use OAuth 2.1 on-behalf-of/token exchange to mint short-lived, per-system, least-privilege tokens; sender-constrain them (DPoP); enforce scopes at a policy point; log every call; and certify the agent's access quarterly.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FLAGSHIP PROJECT · P7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Agent Identity Gateway for Wisła Bank ⭐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B8C"/>
                </a:solidFill>
              </a:rPr>
              <a:t>The headline capstone: an AI agent that acts on behalf of a signed-in employee through MCP tools, with a policy enforcement point, short-lived scoped tokens, a red-team section and an ISO 42001 / EU AI Act governance pack.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What you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3118104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AI agent (loan-ops assistant) calling MCP tools on behalf of a user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685032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MCP server protected by OAuth 2.1; agent registered as a first-class identity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251960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Short-lived scoped tokens via token exchange; per-tool least privilege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818888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Policy enforcement point: deny out-of-scope calls, approval for high-risk, kill switch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385816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Red-team section: indirect prompt injection → blocked by identity control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952744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76072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Governance pack: agent inventory, human owner, quarterly certification, ISO 42001 / EU AI Act mapping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Compliance mapping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ISO/IEC 42001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AI management system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EU AI Act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Deployer obligations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A.5.15/A.8.2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Access control / privileged access (for agents)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NIST AI RMF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Govern, Map, Measure, Manage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3840480" cy="3840480"/>
          </a:xfrm>
          <a:prstGeom prst="ellipse">
            <a:avLst/>
          </a:prstGeom>
          <a:ln w="12700">
            <a:solidFill>
              <a:srgbClr val="17C3B2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ln w="12700">
            <a:solidFill>
              <a:srgbClr val="17C3B2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ln w="12700">
            <a:solidFill>
              <a:srgbClr val="17C3B2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Explain the on-behalf-of model for agents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</a:rPr>
              <a:t>Next up → Week 29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IAM &amp; Cloud Security Engineer — Zero to Hero  ·  Build first, certify second  ·  One identity spine: Wisła 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M Cloud Security">
  <a:themeElements>
    <a:clrScheme name="IAM Cloud Security">
      <a:dk1>
        <a:srgbClr val="0A1A3F"/>
      </a:dk1>
      <a:lt1>
        <a:srgbClr val="FFFFFF"/>
      </a:lt1>
      <a:dk2>
        <a:srgbClr val="14264F"/>
      </a:dk2>
      <a:lt2>
        <a:srgbClr val="EEF3FB"/>
      </a:lt2>
      <a:accent1>
        <a:srgbClr val="2FA6E0"/>
      </a:accent1>
      <a:accent2>
        <a:srgbClr val="1766C4"/>
      </a:accent2>
      <a:accent3>
        <a:srgbClr val="17C3B2"/>
      </a:accent3>
      <a:accent4>
        <a:srgbClr val="F6A31A"/>
      </a:accent4>
      <a:accent5>
        <a:srgbClr val="E0457B"/>
      </a:accent5>
      <a:accent6>
        <a:srgbClr val="6C7A9C"/>
      </a:accent6>
      <a:hlink>
        <a:srgbClr val="2FA6E0"/>
      </a:hlink>
      <a:folHlink>
        <a:srgbClr val="17C3B2"/>
      </a:folHlink>
    </a:clrScheme>
    <a:fontScheme name="IAM Cloud Securit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IAM and Cloud Security Engineer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28 — Agent Identity Platforms &amp; Protocols</dc:title>
  <dc:subject>PptxGenJS Presentation</dc:subject>
  <dc:creator>Stephen Omowumi</dc:creator>
  <cp:lastModifiedBy>Stephen Omowumi</cp:lastModifiedBy>
  <cp:revision>1</cp:revision>
  <dcterms:created xsi:type="dcterms:W3CDTF">2026-10-06T20:24:44Z</dcterms:created>
  <dcterms:modified xsi:type="dcterms:W3CDTF">2026-10-06T20:24:44Z</dcterms:modified>
</cp:coreProperties>
</file>