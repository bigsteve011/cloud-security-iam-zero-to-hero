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28: Agent Identity Platforms &amp; Protocols. Part of Month 8 (AI Agent Identity &amp; AI Security (Capstone)). Flagship project P7 (agent-identity-gateway).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17C3B2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17C3B2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17C3B2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17C3B2"/>
                </a:solidFill>
              </a:rPr>
              <a:t>WEEK 28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Agent Identity Platforms &amp; Protocols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8 · AI AGENT IDENTITY &amp; AI SECURITY (CAPSTONE)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May–Jun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Why agents need first-class identities (not shared service accounts)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Microsoft Entra Agent ID, Okta for AI Agents / Agent Gateway, Auth0 Auth for MCP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OAuth 2.1, Token Exchange (RFC 8693) / on-behalf-of, Cross App Access (XAA)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The MCP authorization spec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Sender-constrained tokens (DPoP) and proof-of-possession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W28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Explain the on-behalf-of model for agents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Register an agent as a first-class identity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Exchange a user token for a scoped agent token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Describe DPoP and why it matters for agents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C3B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Agent identity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Each agent has its own identity and human owner — auditable, revocable.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C3B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0196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On-behalf-of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The agent acts as the user, with the user's scoped permissions, not more.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C3B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124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Token exchange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RFC 8693 trades one token for a narrower, short-lived one per tool.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C3B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DPoP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0196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Binds a token to the client's key so a stolen token is useless elsewhere.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Agent Identity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User signs in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C3B2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C3B2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Agent identity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C3B2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C3B2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Token exchange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C3B2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C3B2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Scoped token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MCP tool call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Register &amp; Scope an Agent Identity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C3B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Entra Agent ID / Okta + Okta Learning 'Secure AI'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C3B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4.5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Register the loan-ops agent as a first-class identity with a human owner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2926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Configure OAuth 2.1 for the agent client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36118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Implement token exchange: user token → per-tool scoped token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297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Enforce DPoP / sender-constrained tokens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Complete the Okta Learning 'Secure AI with Okta' path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Document the agent in an inventory with its owner and scopes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P7 started: agent-identity/ config, token-exchange flow diagram and an agent inventory entry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P7: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agent-identity-gateway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377440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0528" y="2377440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Agent has its own identity + owner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182112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10528" y="3182112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Token exchange yields scoped tokens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986784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0528" y="3986784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DPoP enforced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4791456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10528" y="4791456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Inventory entry created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C3B2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An AI agent must act on behalf of employees across 3 systems — design its identity.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Give the agent its own first-class identity with a human owner; authenticate the user, then use OAuth 2.1 on-behalf-of/token exchange to mint short-lived, per-system, least-privilege tokens; sender-constrain them (DPoP); enforce scopes at a policy point; log every call; and certify the agent's access quarterly.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FLAGSHIP PROJECT · P7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Agent Identity Gateway for Wisła Bank ⭐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W28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The headline capstone: an AI agent that acts on behalf of a signed-in employee through MCP tools, with a policy enforcement point, short-lived scoped tokens, a red-team section and an ISO 42001 / EU AI Act governance pack.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980944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AI agent (loan-ops assistant) calling MCP tools on behalf of a user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547872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MCP server protected by OAuth 2.1; agent registered as a first-class identity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114800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Short-lived scoped tokens via token exchange; per-tool least privilege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681728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Policy enforcement point: deny out-of-scope calls, approval for high-risk, kill switch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248656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Red-team section: indirect prompt injection → blocked by identity control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815584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Governance pack: agent inventory, human owner, quarterly certification, ISO 42001 / EU AI Act mapping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ISO/IEC 42001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AI management system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EU AI Act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Deployer obligations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A.5.15/A.8.2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control / privileged access (for agents)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NIST AI RMF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Govern, Map, Measure, Manage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17C3B2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17C3B2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17C3B2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Explain the on-behalf-of model for agents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29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28 — Agent Identity Platforms &amp; Protocols</dc:title>
  <dc:subject>PptxGenJS Presentation</dc:subject>
  <dc:creator>Stephen Omowumi</dc:creator>
  <cp:lastModifiedBy>Stephen Omowumi</cp:lastModifiedBy>
  <cp:revision>1</cp:revision>
  <dcterms:created xsi:type="dcterms:W3CDTF">2026-10-06T20:15:14Z</dcterms:created>
  <dcterms:modified xsi:type="dcterms:W3CDTF">2026-10-06T20:15:14Z</dcterms:modified>
</cp:coreProperties>
</file>