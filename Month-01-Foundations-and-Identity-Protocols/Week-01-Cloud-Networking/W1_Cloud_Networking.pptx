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1: Cloud Networking for Security Engineers. Part of Month 1 (Foundations &amp; Identity Protocols). Flagship project P1 (identity-protocol-lab).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2FA6E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2FA6E0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2FA6E0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FA6E0"/>
                </a:solidFill>
              </a:rPr>
              <a:t>WEEK 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Cloud Networking for Security Engineers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1 · FOUNDATIONS &amp; IDENTITY PROTOCOLS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Oct–Nov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DNS resolution chain and DNS-based attacks (hijack, dangling CNAME takeover)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TLS 1.3 handshake, certificates, chains of trust and mTLS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HTTP anatomy: methods, headers, cookies, CORS and redirects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CIDR maths, subnets, routing tables, NAT gateways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VPN, proxies, load balancers (L4 vs L7) and where identity is enforced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Read a packet capture and explain every step of an HTTPS request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Design a /16 VPC split into public, private and isolated subnets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Explain why identity providers depend on DNS and TLS integrity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Set up the program lab stack and cost guardrails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DNS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Every SSO redirect starts with a DNS lookup. Poison it and the login page is the attacker's.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TLS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Proves the server's identity and protects tokens in transit. mTLS adds client identity.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CIDR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10.0.0.0/16 = 65,536 addresses. Plan subnets per tier and per AZ before you build.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L7 proxies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ALBs, API gateways and reverse proxies are where tokens are validated in the cloud.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Cloud Networking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Browser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DNS resolver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TLS handshake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Load balancer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App + IdP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Lab Stack Setup &amp; HTTPS Dissection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Local + AWS free tier + KodeKloud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2.5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AWS account, enable MFA on root, create an AWS Budget alert at $10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budgets create-budget --account-id $ACCT --budget file://budget.json --notifications-with-subscribers file://notify.json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an Azure free account and a cost alert in Cost Management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Trace DNS end to end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36301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3408" y="36301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+trace login.microsoftonline.com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Inspect a TLS chain and the negotiated version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43159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43159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 s_client -connect login.microsoftonline.com:443 -servername login.microsoftonline.com &lt;/dev/null | openssl x509 -noout -subject -issuer -dates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Watch an OIDC redirect chain with headers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-sIL 'https://accounts.google.com/.well-known/openid-configuration'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5669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Subnet practice: split 10.20.0.0/16 into 6 /20 subnets across 3 AZs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0" y="5687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93408" y="5687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python3 -c "import ipaddress;[print(s) for s in list(ipaddress.ip_network('10.20.0.0/16').subnets(new_prefix=20))[:6]]"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lab-01/README.md with the DNS trace, certificate chain, a subnet plan table and screenshots of both cost alerts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P1: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identity-protocol-lab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Root MFA on AWS + budget alert live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Azure cost alert live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Subnet plan committed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Can explain TLS 1.3 handshake in 2 minutes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A6E0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 user reaches a fake login page even though the URL looks right. What failed?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DNS integrity — likely hijack, poisoned resolver or dangling-CNAME takeover. Mitigate with DNSSEC, CAA records, removing stale records and phishing-resistant auth (FIDO2 binds to origin).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FLAGSHIP PROJECT · P1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Identity Protocol Lab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A Python app implementing OIDC Authorization Code + PKCE, SAML SP-initiated SSO and a SCIM 2.0 endpoint against Entra ID and Okta, with a token-inspector page and an attack/defence section.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Flask/FastAPI app with OIDC + PKCE login against Entra ID and Okta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SAML SP-initiated SSO flow with signature and audience validation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SCIM 2.0 /Users and /Groups endpoint with bearer-token auth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Token inspector page: decoded header/claims + each validation step shown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Mermaid sequence diagram per flow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Attacks section: replay, alg=none / key confusion, open redirect, missing PKCE — and the fix for each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A.5.17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Authentication information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Secure authentication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21(2)(j)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MFA / secured authentication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9(4)(c)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Strong authentication mechanisms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2FA6E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2FA6E0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2FA6E0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a packet capture and explain every step of an HTTPS request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Cloud Networking for Security Engineers</dc:title>
  <dc:subject>PptxGenJS Presentation</dc:subject>
  <dc:creator>Stephen Omowumi</dc:creator>
  <cp:lastModifiedBy>Stephen Omowumi</cp:lastModifiedBy>
  <cp:revision>1</cp:revision>
  <dcterms:created xsi:type="dcterms:W3CDTF">2026-10-06T20:15:13Z</dcterms:created>
  <dcterms:modified xsi:type="dcterms:W3CDTF">2026-10-06T20:15:13Z</dcterms:modified>
</cp:coreProperties>
</file>