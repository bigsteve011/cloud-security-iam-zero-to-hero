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4: SAML 2.0, SCIM 2.0, FIDO2/Passkeys &amp; Terraform Basics. Part of Month 1 (Foundations &amp; Identity Protocols). Flagship project P1 (identity-protocol-lab).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SAML 2.0, SCIM 2.0, FIDO2/Passkeys &amp; Terraform Basics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1 · FOUNDATIONS &amp; IDENTITY PROTOCOLS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Oct–Nov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SAML 2.0: SP- vs IdP-initiated, assertions, signatures, audience restriction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SAML attacks: XML signature wrapping, Golden SAML, assertion replay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SCIM 2.0 provisioning: /Users, /Groups, PATCH semantics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FIDO2/WebAuthn and passkeys: origin binding and why they beat OTP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Terraform fundamentals: providers, state, plan/apply, remote state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Decode a live SAML response with SAML-tracer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Implement a minimal SCIM server that Okta can provision 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phishing resistance in one sentence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Deploy and destroy a first Terraform stack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Assertion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Signed XML statement: subject, audience, conditions, attributes.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Golden SAML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Steal the IdP signing key and you can forge any user. Protect AD FS keys like domain 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SCIM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Standard REST API for provisioning. The IdP pushes create/update/deactivate.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Passkey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Key pair bound to the site origin. A phishing site gets nothing usable.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SAML, SCIM, FIDO2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 → SP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AuthnRequest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IdP authenticates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Signed assertion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 validates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SAML SSO + SCIM Endpoint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+ Okta + KodeKloud Terraform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Install SAML-tracer in your browser and capture an Okta SAML login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SAML SP to the P1 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python3-saml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SCIM /Users endpoint (GET, POST, PATCH active=false)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Expose locally for Okta provisioning tests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ngrok http 5000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Terraform hello-world: an S3 bucket with block-public-access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 &amp;&amp; terraform plan -out tf.plan &amp;&amp; terraform apply tf.plan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Destroy everything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5687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93408" y="5687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 -auto-approve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P1 complete: OIDC + SAML + SCIM, README with diagrams, attack table and control mapping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P1: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identity-protocol-lab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SAML login validates signature + audience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Okta deactivates a user via SCIM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Terraform apply/destroy cycle done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P1 pinned on GitHub + LinkedIn post drafted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SAML or OIDC for a new SaaS integration — which and why?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OIDC for new apps (JSON/JWT, mobile-friendly, simpler). SAML where the vendor only supports it or for legacy enterprise SSO. Either way: signed responses, strict audience, short lifetimes and SCIM for lifecycle.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Protocol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app implementing OIDC Authorization Code + PKCE, SAML SP-initiated SSO and a SCIM 2.0 endpoint against Entra ID and Okta, with a token-inspector page and an attack/defence section.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Flask/FastAPI app with OIDC + PKCE login against Entra ID and Okta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SAML SP-initiated SSO flow with signature and audience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SCIM 2.0 /Users and /Groups endpoint with bearer-token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Token inspector page: decoded header/claims + each validation step shown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Mermaid sequence diagram per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Attacks section: replay, alg=none / key confusion, open redirect, missing PKCE — and the fix for each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A.5.17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Authentication information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21(2)(j)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MFA / secured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Strong authentication mechanisms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Decode a live SAML response with SAML-tracer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SAML 2.0, SCIM 2.0, FIDO2/Passkeys &amp; Terraform Basics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