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3: OAuth 2.0/2.1, OIDC &amp; JWT Deep Dive. Part of Month 1 (Foundations &amp; Identity Protocols). Flagship project P1 (identity-protocol-lab).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OAuth 2.0/2.1, OIDC &amp; JWT Deep Dive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1 · FOUNDATIONS &amp; IDENTITY PROTOCOLS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Oct–Nov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OAuth roles: resource owner, client, authorization server, resource server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Grant types: Authorization Code + PKCE, Client Credentials, Device Code; why Implicit and ROPC are gone in 2.1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OIDC: ID token vs access token, discovery document, JWKS, nonce and state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JWT anatomy and validation: iss, aud, exp, nbf, signature, kid rotation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Attacks: alg=none, RS256→HS256 confusion, token replay, open redirect, code interception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Draw the Authorization Code + PKCE flow from memory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Validate a JWT by hand and in code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why access tokens must never be used as identity proof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an OIDC client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PKCE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code_verifier → SHA-256 → code_challenge. Stops an intercepted code being redeemed.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ID token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Who the user is, for the client. Audience = the client 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Access token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What the client may do, for the API. Audience = the API.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JWKS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The IdP's public keys. Validate the signature with the key matching 'kid'.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OAuth, OIDC &amp; JWT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Client + PKCE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/authorize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User auth + consent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Code → /token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Validate ID token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OIDC Client from Scratch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Python + Entra ID + Okta developer org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Register an app in Entra ID (redirect http://localhost:5000/callback)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ad app create --display-name p1-oidc-lab --web-redirect-uris http://localhost:5000/callback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free Okta Integrator org and an OIDC web app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Fetch the discovery document and JWKS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https://login.microsoftonline.com/$TENANT/v2.0/.well-known/openid-configuration | jq '.jwks_uri,.issuer'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Generate a PKCE verifier/challenge in Python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python3 -c "import secrets,hashlib,base64;v=secrets.token_urlsafe(64);print(v);print(base64.urlsafe_b64encode(hashlib.sha256(v.encode()).digest()).rstrip(b'=').decode())"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Flask /login and /callback; validate with PyJWT (iss, aud, exp, nonce)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requests pyjwt[crypto]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Attack yourself: send a token with alg=none and confirm rejection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P1 repo started: oidc/ module with PKCE login against both IdPs and a token-inspector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P1: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identity-protocol-lab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Login works against Entra ID and Okta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Rejects expired, wrong-aud and alg=none tokens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Mermaid diagram in README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Can explain ID vs access token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Walk me through OIDC Auth Code + PKCE. Where can it be attacked?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Client sends challenge → user authenticates → code returned to redirect URI → client redeems code + verifier. Attack points: redirect URI manipulation, code interception (PKCE fixes), CSRF (state), replay (nonce), weak token validation (alg confusion).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Identity Protocol Lab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app implementing OIDC Authorization Code + PKCE, SAML SP-initiated SSO and a SCIM 2.0 endpoint against Entra ID and Okta, with a token-inspector page and an attack/defence section.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Flask/FastAPI app with OIDC + PKCE login against Entra ID and Okta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SAML SP-initiated SSO flow with signature and audience validation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SCIM 2.0 /Users and /Groups endpoint with bearer-token auth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Token inspector page: decoded header/claims + each validation step shown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Mermaid sequence diagram per 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Attacks section: replay, alg=none / key confusion, open redirect, missing PKCE — and the fix for each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A.5.17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Authentication information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Secure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21(2)(j)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MFA / secured authentication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Strong authentication mechanisms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Draw the Authorization Code + PKCE flow from memory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OAuth 2.0/2.1, OIDC &amp; JWT Deep Dive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