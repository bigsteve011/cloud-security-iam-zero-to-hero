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2: Linux, PowerShell, Python &amp; Git for Identity Automation. Part of Month 1 (Foundations &amp; Identity Protocols). Flagship project P1 (identity-protocol-lab).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2FA6E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2FA6E0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2FA6E0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A6E0"/>
                </a:solidFill>
              </a:rPr>
              <a:t>WEEK 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Linux, PowerShell, Python &amp; Git for Identity Automation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1 · FOUNDATIONS &amp; IDENTITY PROTOCOLS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Oct–Nov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Linux permissions, users, sudo, SSH keys and auditd basics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Bash for log triage: grep, awk, jq on JSON logs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PowerShell 7 and the Microsoft Graph PowerShell SDK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Python: requests, boto3, msgraph-sdk, virtual environments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Git workflow: branches, PRs, signed commits, pre-commit secret scanning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Automate a read-only identity inventory across AWS and Entra ID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Parse CloudTrail JSON with jq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Use signed commits and a secret scanner on every repo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reusable Python with typed functions and tests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jq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Your first SIEM. Filter CloudTrail: jq '.Records[] | select(.eventName=="ConsoleLogin")'.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Graph SDK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One API for users, groups, apps and Conditional Access in Entra ID.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boto3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Python access to every AWS API. Read-only first: iam.list_users().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pre-commit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gitleaks runs before every commit, so secrets never reach GitHub.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Scripting &amp; Git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Write script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gitleaks scan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Signed commit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PR review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Merge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Identity Inventory Script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+ AWS + Entra free tenant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3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 Python venv and install the SDKs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venv .venv &amp;&amp; source .venv/bin/activate &amp;&amp; pip install boto3 msgraph-sdk azure-identity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List AWS IAM users with last-used keys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iam generate-credential-report &amp;&amp; aws iam get-credential-report --query Content --output text | base64 -d &gt; cred.csv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Connect to Entra ID with Graph PowerShell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Connect-MgGraph -Scopes 'User.Read.All','AuditLog.Read.All'; Get-MgUser -All -Property signInActivity | Select DisplayName,@{n='Last';e={$_.SignInActivity.LastSignInDateTime}}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Install pre-commit + gitleaks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pre-commit &amp;&amp; pre-commit install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Configure SSH-signed commits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config --global gpg.format ssh &amp;&amp; git config --global user.signingkey ~/.ssh/id_ed25519.pub &amp;&amp; git config --global commit.gpgsign true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Merge both outputs into inventory.csv with a Python script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inventory/ folder: inventory.py, a test, .pre-commit-config.yaml and a sample (sanitised) output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P1: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identity-protocol-lab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gitleaks blocks a planted fake key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Commits show 'Verified' on GitHub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Script runs against both clouds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jq one-liner for ConsoleLogin saved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6E0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 you stop engineers committing secrets?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Layers: pre-commit gitleaks, GitHub push protection + secret scanning, short-lived credentials (OIDC) so nothing long-lived exists, and an automated revoke playbook if one leaks.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FLAGSHIP PROJECT · P1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Identity Protocol Lab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app implementing OIDC Authorization Code + PKCE, SAML SP-initiated SSO and a SCIM 2.0 endpoint against Entra ID and Okta, with a token-inspector page and an attack/defence section.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Flask/FastAPI app with OIDC + PKCE login against Entra ID and Okta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SAML SP-initiated SSO flow with signature and audience validation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SCIM 2.0 /Users and /Groups endpoint with bearer-token auth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Token inspector page: decoded header/claims + each validation step shown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Mermaid sequence diagram per flow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Attacks section: replay, alg=none / key confusion, open redirect, missing PKCE — and the fix for each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A.5.17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Authentication information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21(2)(j)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MFA / secured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Strong authentication mechanisms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2FA6E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2FA6E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2FA6E0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Automate a read-only identity inventory across AWS and Entra ID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— Linux, PowerShell, Python &amp; Git for Identity Automation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