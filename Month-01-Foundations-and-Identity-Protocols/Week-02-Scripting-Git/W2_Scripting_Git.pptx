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2: Linux, PowerShell, Python &amp; Git for Identity Automation. Part of Month 1 (Foundations &amp; Identity Protocols). Flagship project P1 (identity-protocol-lab).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F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463040"/>
            <a:ext cx="4206240" cy="4206240"/>
          </a:xfrm>
          <a:prstGeom prst="ellipse">
            <a:avLst/>
          </a:prstGeom>
          <a:ln w="12700">
            <a:solidFill>
              <a:srgbClr val="2FA6E0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-1554480"/>
            <a:ext cx="4754880" cy="4754880"/>
          </a:xfrm>
          <a:prstGeom prst="ellipse">
            <a:avLst/>
          </a:prstGeom>
          <a:ln w="12700">
            <a:solidFill>
              <a:srgbClr val="2FA6E0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-1645920"/>
            <a:ext cx="5303520" cy="5303520"/>
          </a:xfrm>
          <a:prstGeom prst="ellipse">
            <a:avLst/>
          </a:prstGeom>
          <a:ln w="12700">
            <a:solidFill>
              <a:srgbClr val="2FA6E0">
                <a:alpha val="26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🔐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60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2FA6E0"/>
                </a:solidFill>
              </a:rPr>
              <a:t>WEEK 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71800"/>
            <a:ext cx="8961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Linux, PowerShell, Python &amp; Git for Identity Automation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4800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MONTH 1 · FOUNDATIONS &amp; IDENTITY PROTOCOLS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5212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2E6"/>
                </a:solidFill>
              </a:rPr>
              <a:t>IAM &amp; Cloud Security Engineer — Zero to Hero</a:t>
            </a:r>
            <a:pPr indent="0" marL="0">
              <a:buNone/>
            </a:pPr>
            <a:r>
              <a:rPr lang="en-US" sz="1300" dirty="0">
                <a:solidFill>
                  <a:srgbClr val="6C7A9C"/>
                </a:solidFill>
              </a:rPr>
              <a:t>   ·   Oct–Nov 2026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5989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Continuity case study: Wisła Bank (EU bank · hybrid AD · Entra ID · Okta · AWS + Azure · AI agents)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E0"/>
                </a:solidFill>
              </a:rPr>
              <a:t>SESSION 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 cover this week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83080"/>
            <a:ext cx="347472" cy="347472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Linux permissions, users, sudo, SSH keys and auditd basics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624328"/>
            <a:ext cx="347472" cy="347472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Bash for log triage: grep, awk, jq on JSON logs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82696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3465576"/>
            <a:ext cx="347472" cy="347472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465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3282696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PowerShell 7 and the Microsoft Graph PowerShell SDK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82512" y="1783080"/>
            <a:ext cx="347472" cy="347472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8251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7628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Python: requests, boto3, msgraph-sdk, virtual environments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82512" y="2624328"/>
            <a:ext cx="347472" cy="347472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8251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7628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Git workflow: branches, PRs, signed commits, pre-commit secret scanning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E0"/>
                </a:solidFill>
              </a:rPr>
              <a:t>LEARNING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By the end of this week you can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A6E0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459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Automate a read-only identity inventory across AWS and Entra ID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23957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5603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A6E0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5603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Parse CloudTrail JSON with jq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4440" y="33101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4747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A6E0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4747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Use signed commits and a secret scanner on every repo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34440" y="42245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3891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A6E0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891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Write reusable Python with typed functions and tests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E0"/>
                </a:solidFill>
              </a:rPr>
              <a:t>CORE CONCEPTS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ideas that matter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8424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240280"/>
            <a:ext cx="182880" cy="182880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52144" y="213055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jq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64261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Your first SIEM. Filter CloudTrail: jq '.Records[] | select(.eventName=="ConsoleLogin")'.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98424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01968" y="2240280"/>
            <a:ext cx="182880" cy="182880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12864" y="213055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Graph SDK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620256" y="264261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One API for users, groups, apps and Conditional Access in Entra ID.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8736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248" y="4343400"/>
            <a:ext cx="182880" cy="182880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52144" y="423367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boto3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" y="474573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Python access to every AWS API. Read-only first: iam.list_users().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408736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01968" y="4343400"/>
            <a:ext cx="182880" cy="182880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12864" y="423367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pre-commit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620256" y="474573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gitleaks runs before every commit, so secrets never reach GitHub.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E0"/>
                </a:solidFill>
              </a:rPr>
              <a:t>HOW IT FITS TOGETHER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Scripting &amp; Git — the flow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Write script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414016" y="3538728"/>
            <a:ext cx="384048" cy="329184"/>
          </a:xfrm>
          <a:prstGeom prst="chevron">
            <a:avLst/>
          </a:prstGeom>
          <a:solidFill>
            <a:srgbClr val="2FA6E0"/>
          </a:solidFill>
          <a:ln/>
        </p:spPr>
      </p:sp>
      <p:sp>
        <p:nvSpPr>
          <p:cNvPr id="9" name="Shape 7"/>
          <p:cNvSpPr/>
          <p:nvPr/>
        </p:nvSpPr>
        <p:spPr>
          <a:xfrm>
            <a:off x="2862072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2FA6E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53512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35224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gitleaks scan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27448" y="3538728"/>
            <a:ext cx="384048" cy="329184"/>
          </a:xfrm>
          <a:prstGeom prst="chevron">
            <a:avLst/>
          </a:prstGeom>
          <a:solidFill>
            <a:srgbClr val="2FA6E0"/>
          </a:solidFill>
          <a:ln/>
        </p:spPr>
      </p:sp>
      <p:sp>
        <p:nvSpPr>
          <p:cNvPr id="13" name="Shape 11"/>
          <p:cNvSpPr/>
          <p:nvPr/>
        </p:nvSpPr>
        <p:spPr>
          <a:xfrm>
            <a:off x="5175504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2FA6E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266944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248656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Signed commit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040880" y="3538728"/>
            <a:ext cx="384048" cy="329184"/>
          </a:xfrm>
          <a:prstGeom prst="chevron">
            <a:avLst/>
          </a:prstGeom>
          <a:solidFill>
            <a:srgbClr val="2FA6E0"/>
          </a:solidFill>
          <a:ln/>
        </p:spPr>
      </p:sp>
      <p:sp>
        <p:nvSpPr>
          <p:cNvPr id="17" name="Shape 15"/>
          <p:cNvSpPr/>
          <p:nvPr/>
        </p:nvSpPr>
        <p:spPr>
          <a:xfrm>
            <a:off x="7488936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2FA6E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580376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562088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PR review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354312" y="3538728"/>
            <a:ext cx="384048" cy="329184"/>
          </a:xfrm>
          <a:prstGeom prst="chevron">
            <a:avLst/>
          </a:prstGeom>
          <a:solidFill>
            <a:srgbClr val="2FA6E0"/>
          </a:solidFill>
          <a:ln/>
        </p:spPr>
      </p:sp>
      <p:sp>
        <p:nvSpPr>
          <p:cNvPr id="21" name="Shape 19"/>
          <p:cNvSpPr/>
          <p:nvPr/>
        </p:nvSpPr>
        <p:spPr>
          <a:xfrm>
            <a:off x="9802368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893808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875520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Merge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8C"/>
                </a:solidFill>
              </a:rPr>
              <a:t>Each stage is a control point — identity is verified, scoped and logged before the next step runs.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🔨 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Identity Inventory Script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2FA6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PLATFORM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Local + AWS + Entra free tenant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2FA6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EST. TIME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3 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276856"/>
            <a:ext cx="310896" cy="310896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276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2402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Create a Python venv and install the SDKs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83680" y="22585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93408" y="22585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venv .venv &amp;&amp; source .venv/bin/activate &amp;&amp; pip install boto3 msgraph-sdk azure-identity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" y="2962656"/>
            <a:ext cx="310896" cy="310896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29260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List AWS IAM users with last-used keys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83680" y="29443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93408" y="29443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iam generate-credential-report &amp;&amp; aws iam get-credential-report --query Content --output text | base64 -d &gt; cred.csv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3648456"/>
            <a:ext cx="310896" cy="310896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4360" y="3648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24128" y="36118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Connect to Entra ID with Graph PowerShell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83680" y="36301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93408" y="36301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Connect-MgGraph -Scopes 'User.Read.All','AuditLog.Read.All'; Get-MgUser -All -Property signInActivity | Select DisplayName,@{n='Last';e={$_.SignInActivity.LastSignInDateTime}}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94360" y="4334256"/>
            <a:ext cx="310896" cy="310896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94360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24128" y="42976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Install pre-commit + gitleaks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583680" y="43159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93408" y="43159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pre-commit &amp;&amp; pre-commit install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5020056"/>
            <a:ext cx="310896" cy="310896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94360" y="5020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024128" y="49834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Configure SSH-signed commits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583680" y="50017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693408" y="50017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gpg.format ssh &amp;&amp; git config --global user.signingkey ~/.ssh/id_ed25519.pub &amp;&amp; git config --global commit.gpgsign true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94360" y="5705856"/>
            <a:ext cx="310896" cy="310896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94360" y="5705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024128" y="5669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Merge both outputs into inventory.csv with a Python script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E0"/>
                </a:solidFill>
              </a:rPr>
              <a:t>PROVE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Deliverable &amp; done-checklist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📦  Deliverable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4324D"/>
                </a:solidFill>
              </a:rPr>
              <a:t>inventory/ folder: inventory.py, a test, .pre-commit-config.yaml and a sample (sanitised) output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4937760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0A1A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49377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A6E0"/>
                </a:solidFill>
              </a:rPr>
              <a:t>Feeds → P1: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identity-protocol-lab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783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✅  Done when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2377440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01968" y="2560320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01968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377440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gitleaks blocks a planted fake key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3182112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01968" y="3364992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01968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3182112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Commits show 'Verified' on GitHub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986784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01968" y="4169664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01968" y="4169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986784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Script runs against both clouds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4791456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01968" y="497433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601968" y="4974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4791456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jq one-liner for ConsoleLogin saved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6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🎤 INTERVIEW DRILL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Rehearse the answer out loud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5875">
            <a:solidFill>
              <a:srgbClr val="2FA6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A6E0"/>
                </a:solidFill>
              </a:rPr>
              <a:t>Q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92024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How do you stop engineers committing secrets?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0E2048"/>
          </a:solidFill>
          <a:ln w="15875">
            <a:solidFill>
              <a:srgbClr val="17C3B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C3B2"/>
                </a:solidFill>
              </a:rPr>
              <a:t>A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56616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CE7FA"/>
                </a:solidFill>
              </a:rPr>
              <a:t>Layers: pre-commit gitleaks, GitHub push protection + secret scanning, short-lived credentials (OIDC) so nothing long-lived exists, and an automated revoke playbook if one leaks.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E0"/>
                </a:solidFill>
              </a:rPr>
              <a:t>FLAGSHIP PROJECT · P1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Identity Protocol Lab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A6B8C"/>
                </a:solidFill>
              </a:rPr>
              <a:t>A Python app implementing OIDC Authorization Code + PKCE, SAML SP-initiated SSO and a SCIM 2.0 endpoint against Entra ID and Okta, with a token-inspector page and an attack/defence section.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What you build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3118104"/>
            <a:ext cx="146304" cy="146304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92608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Flask/FastAPI app with OIDC + PKCE login against Entra ID and Okta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685032"/>
            <a:ext cx="146304" cy="146304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493008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SAML SP-initiated SSO flow with signature and audience validation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4251960"/>
            <a:ext cx="146304" cy="146304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059936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SCIM 2.0 /Users and /Groups endpoint with bearer-token auth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4818888"/>
            <a:ext cx="146304" cy="146304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626864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Token inspector page: decoded header/claims + each validation step shown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5385816"/>
            <a:ext cx="146304" cy="146304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5193792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Mermaid sequence diagram per flow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5952744"/>
            <a:ext cx="146304" cy="146304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576072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Attacks section: replay, alg=none / key confusion, open redirect, missing PKCE — and the fix for each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514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Compliance mapping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926080"/>
          <a:ext cx="52120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108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Control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Requirement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A.5.17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Authentication information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A.8.5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Secure authentication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NIS2 Art. 21(2)(j)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MFA / secured authentication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DORA Art. 9(4)(c)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Strong authentication mechanisms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023360"/>
            <a:ext cx="3840480" cy="3840480"/>
          </a:xfrm>
          <a:prstGeom prst="ellipse">
            <a:avLst/>
          </a:prstGeom>
          <a:ln w="12700">
            <a:solidFill>
              <a:srgbClr val="2FA6E0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37360" y="4114800"/>
            <a:ext cx="4389120" cy="4389120"/>
          </a:xfrm>
          <a:prstGeom prst="ellipse">
            <a:avLst/>
          </a:prstGeom>
          <a:ln w="12700">
            <a:solidFill>
              <a:srgbClr val="2FA6E0">
                <a:alpha val="3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4206240"/>
            <a:ext cx="4937760" cy="4937760"/>
          </a:xfrm>
          <a:prstGeom prst="ellipse">
            <a:avLst/>
          </a:prstGeom>
          <a:ln w="12700">
            <a:solidFill>
              <a:srgbClr val="2FA6E0">
                <a:alpha val="21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KEY TAKEAWAY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Automate a read-only identity inventory across AWS and Entra ID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06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3B2"/>
                </a:solidFill>
              </a:rPr>
              <a:t>Next up → Week 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IAM &amp; Cloud Security Engineer — Zero to Hero  ·  Build first, certify second  ·  One identity spine: Wisła Bank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M Cloud Security">
  <a:themeElements>
    <a:clrScheme name="IAM Cloud Security">
      <a:dk1>
        <a:srgbClr val="0A1A3F"/>
      </a:dk1>
      <a:lt1>
        <a:srgbClr val="FFFFFF"/>
      </a:lt1>
      <a:dk2>
        <a:srgbClr val="14264F"/>
      </a:dk2>
      <a:lt2>
        <a:srgbClr val="EEF3FB"/>
      </a:lt2>
      <a:accent1>
        <a:srgbClr val="2FA6E0"/>
      </a:accent1>
      <a:accent2>
        <a:srgbClr val="1766C4"/>
      </a:accent2>
      <a:accent3>
        <a:srgbClr val="17C3B2"/>
      </a:accent3>
      <a:accent4>
        <a:srgbClr val="F6A31A"/>
      </a:accent4>
      <a:accent5>
        <a:srgbClr val="E0457B"/>
      </a:accent5>
      <a:accent6>
        <a:srgbClr val="6C7A9C"/>
      </a:accent6>
      <a:hlink>
        <a:srgbClr val="2FA6E0"/>
      </a:hlink>
      <a:folHlink>
        <a:srgbClr val="17C3B2"/>
      </a:folHlink>
    </a:clrScheme>
    <a:fontScheme name="IAM Cloud Security">
      <a:majorFont>
        <a:latin typeface="Century Schoolboo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IAM and Cloud Security Engineer Program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 — Linux, PowerShell, Python &amp; Git for Identity Automation</dc:title>
  <dc:subject>PptxGenJS Presentation</dc:subject>
  <dc:creator>Stephen Omowumi</dc:creator>
  <cp:lastModifiedBy>Stephen Omowumi</cp:lastModifiedBy>
  <cp:revision>1</cp:revision>
  <dcterms:created xsi:type="dcterms:W3CDTF">2026-10-06T20:24:43Z</dcterms:created>
  <dcterms:modified xsi:type="dcterms:W3CDTF">2026-10-06T20:24:43Z</dcterms:modified>
</cp:coreProperties>
</file>